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sldIdLst>
    <p:sldId id="262" r:id="rId2"/>
    <p:sldId id="286" r:id="rId3"/>
    <p:sldId id="263" r:id="rId4"/>
    <p:sldId id="289" r:id="rId5"/>
    <p:sldId id="265" r:id="rId6"/>
    <p:sldId id="269" r:id="rId7"/>
    <p:sldId id="268" r:id="rId8"/>
    <p:sldId id="277" r:id="rId9"/>
    <p:sldId id="283" r:id="rId10"/>
    <p:sldId id="267" r:id="rId11"/>
    <p:sldId id="288" r:id="rId12"/>
    <p:sldId id="313" r:id="rId13"/>
    <p:sldId id="285" r:id="rId14"/>
    <p:sldId id="296" r:id="rId15"/>
    <p:sldId id="295" r:id="rId16"/>
    <p:sldId id="291" r:id="rId17"/>
    <p:sldId id="292" r:id="rId18"/>
    <p:sldId id="293" r:id="rId19"/>
    <p:sldId id="294" r:id="rId20"/>
    <p:sldId id="319" r:id="rId21"/>
    <p:sldId id="318" r:id="rId22"/>
    <p:sldId id="279" r:id="rId23"/>
    <p:sldId id="316" r:id="rId24"/>
    <p:sldId id="266" r:id="rId25"/>
    <p:sldId id="275" r:id="rId26"/>
    <p:sldId id="270" r:id="rId27"/>
    <p:sldId id="278" r:id="rId28"/>
    <p:sldId id="280" r:id="rId29"/>
    <p:sldId id="271" r:id="rId30"/>
    <p:sldId id="320" r:id="rId31"/>
    <p:sldId id="282" r:id="rId32"/>
    <p:sldId id="309" r:id="rId33"/>
    <p:sldId id="317" r:id="rId34"/>
    <p:sldId id="315" r:id="rId35"/>
    <p:sldId id="281" r:id="rId36"/>
    <p:sldId id="312" r:id="rId37"/>
    <p:sldId id="304" r:id="rId38"/>
    <p:sldId id="308" r:id="rId39"/>
    <p:sldId id="305" r:id="rId40"/>
    <p:sldId id="310" r:id="rId41"/>
    <p:sldId id="314" r:id="rId42"/>
    <p:sldId id="307" r:id="rId43"/>
    <p:sldId id="306" r:id="rId44"/>
    <p:sldId id="274" r:id="rId45"/>
    <p:sldId id="297" r:id="rId46"/>
    <p:sldId id="31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E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2B183-D7F9-4CC2-9475-16D1760EC48B}" v="30" dt="2024-11-08T07:03:00.107"/>
    <p1510:client id="{09547095-225E-44A0-B7BD-BA2B98417F5F}" v="148" dt="2024-11-08T23:07:10.967"/>
    <p1510:client id="{4935E3CA-1C5E-46DC-B027-AA0598BDA377}" v="34" dt="2024-11-08T05:51:34.319"/>
    <p1510:client id="{518BB28D-FD60-45ED-998F-B0F5596B893A}" v="555" dt="2024-11-08T17:11:14.708"/>
    <p1510:client id="{871C1E1D-95DB-4578-9844-615873900E8B}" v="1" dt="2024-11-08T20:26:27.022"/>
    <p1510:client id="{9C0B8B4C-B15E-4DFF-A017-0CEFB4366C91}" v="1074" dt="2024-11-07T00:22:05.096"/>
    <p1510:client id="{A687AFDB-427E-4C78-BD81-BD1B239DEA00}" v="619" dt="2024-11-08T07:30:06.482"/>
    <p1510:client id="{CBB59546-5A4A-4826-8BF5-72BC887F112D}" v="61" dt="2024-11-08T05:40:49.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Sherman" userId="B2Z592lpL5s/ObuOB+DIn3zrvTqQrPzfLcooue0z7rE=" providerId="None" clId="Web-{09E75BF3-36EE-4815-9240-643F14AB5083}"/>
    <pc:docChg chg="addSld delSld modSld sldOrd">
      <pc:chgData name="Ben Sherman" userId="B2Z592lpL5s/ObuOB+DIn3zrvTqQrPzfLcooue0z7rE=" providerId="None" clId="Web-{09E75BF3-36EE-4815-9240-643F14AB5083}" dt="2024-10-25T19:42:09.716" v="24" actId="14100"/>
      <pc:docMkLst>
        <pc:docMk/>
      </pc:docMkLst>
      <pc:sldChg chg="modSp">
        <pc:chgData name="Ben Sherman" userId="B2Z592lpL5s/ObuOB+DIn3zrvTqQrPzfLcooue0z7rE=" providerId="None" clId="Web-{09E75BF3-36EE-4815-9240-643F14AB5083}" dt="2024-10-25T19:42:09.716" v="24" actId="14100"/>
        <pc:sldMkLst>
          <pc:docMk/>
          <pc:sldMk cId="1121307087" sldId="275"/>
        </pc:sldMkLst>
      </pc:sldChg>
      <pc:sldChg chg="addSp modSp">
        <pc:chgData name="Ben Sherman" userId="B2Z592lpL5s/ObuOB+DIn3zrvTqQrPzfLcooue0z7rE=" providerId="None" clId="Web-{09E75BF3-36EE-4815-9240-643F14AB5083}" dt="2024-10-25T19:36:53.006" v="10" actId="1076"/>
        <pc:sldMkLst>
          <pc:docMk/>
          <pc:sldMk cId="3713309986" sldId="286"/>
        </pc:sldMkLst>
        <pc:spChg chg="mod">
          <ac:chgData name="Ben Sherman" userId="B2Z592lpL5s/ObuOB+DIn3zrvTqQrPzfLcooue0z7rE=" providerId="None" clId="Web-{09E75BF3-36EE-4815-9240-643F14AB5083}" dt="2024-10-25T19:36:21.428" v="8" actId="20577"/>
          <ac:spMkLst>
            <pc:docMk/>
            <pc:sldMk cId="3713309986" sldId="286"/>
            <ac:spMk id="2" creationId="{C8DDF817-7874-5C02-CECC-4E106A454D5A}"/>
          </ac:spMkLst>
        </pc:spChg>
        <pc:spChg chg="mod">
          <ac:chgData name="Ben Sherman" userId="B2Z592lpL5s/ObuOB+DIn3zrvTqQrPzfLcooue0z7rE=" providerId="None" clId="Web-{09E75BF3-36EE-4815-9240-643F14AB5083}" dt="2024-10-25T19:36:07.943" v="4" actId="20577"/>
          <ac:spMkLst>
            <pc:docMk/>
            <pc:sldMk cId="3713309986" sldId="286"/>
            <ac:spMk id="3" creationId="{BC644F39-0BE6-C82D-D117-F6B8F5128E25}"/>
          </ac:spMkLst>
        </pc:spChg>
        <pc:spChg chg="add mod">
          <ac:chgData name="Ben Sherman" userId="B2Z592lpL5s/ObuOB+DIn3zrvTqQrPzfLcooue0z7rE=" providerId="None" clId="Web-{09E75BF3-36EE-4815-9240-643F14AB5083}" dt="2024-10-25T19:36:53.006" v="10" actId="1076"/>
          <ac:spMkLst>
            <pc:docMk/>
            <pc:sldMk cId="3713309986" sldId="286"/>
            <ac:spMk id="6" creationId="{7A80AE21-4BAB-255D-D0E2-5ABA27E3A3A9}"/>
          </ac:spMkLst>
        </pc:spChg>
      </pc:sldChg>
      <pc:sldChg chg="del">
        <pc:chgData name="Ben Sherman" userId="B2Z592lpL5s/ObuOB+DIn3zrvTqQrPzfLcooue0z7rE=" providerId="None" clId="Web-{09E75BF3-36EE-4815-9240-643F14AB5083}" dt="2024-10-25T19:36:23.803" v="9"/>
        <pc:sldMkLst>
          <pc:docMk/>
          <pc:sldMk cId="2480807650" sldId="287"/>
        </pc:sldMkLst>
      </pc:sldChg>
      <pc:sldChg chg="modSp ord">
        <pc:chgData name="Ben Sherman" userId="B2Z592lpL5s/ObuOB+DIn3zrvTqQrPzfLcooue0z7rE=" providerId="None" clId="Web-{09E75BF3-36EE-4815-9240-643F14AB5083}" dt="2024-10-25T19:37:48.382" v="19" actId="20577"/>
        <pc:sldMkLst>
          <pc:docMk/>
          <pc:sldMk cId="1607088216" sldId="288"/>
        </pc:sldMkLst>
        <pc:spChg chg="mod">
          <ac:chgData name="Ben Sherman" userId="B2Z592lpL5s/ObuOB+DIn3zrvTqQrPzfLcooue0z7rE=" providerId="None" clId="Web-{09E75BF3-36EE-4815-9240-643F14AB5083}" dt="2024-10-25T19:37:48.382" v="19" actId="20577"/>
          <ac:spMkLst>
            <pc:docMk/>
            <pc:sldMk cId="1607088216" sldId="288"/>
            <ac:spMk id="2" creationId="{C8DDF817-7874-5C02-CECC-4E106A454D5A}"/>
          </ac:spMkLst>
        </pc:spChg>
      </pc:sldChg>
      <pc:sldChg chg="add replId">
        <pc:chgData name="Ben Sherman" userId="B2Z592lpL5s/ObuOB+DIn3zrvTqQrPzfLcooue0z7rE=" providerId="None" clId="Web-{09E75BF3-36EE-4815-9240-643F14AB5083}" dt="2024-10-25T19:37:15.679" v="11"/>
        <pc:sldMkLst>
          <pc:docMk/>
          <pc:sldMk cId="3311758645" sldId="296"/>
        </pc:sldMkLst>
      </pc:sldChg>
    </pc:docChg>
  </pc:docChgLst>
  <pc:docChgLst>
    <pc:chgData name="Lauric Brown" userId="JfC5AM8avzTEBZQp3msu59NYsdP65YLa5l6ezRiCRh8=" providerId="None" clId="Web-{381E9C35-13A3-4E6C-B65B-21B7769BCBB7}"/>
    <pc:docChg chg="modSld sldOrd">
      <pc:chgData name="Lauric Brown" userId="JfC5AM8avzTEBZQp3msu59NYsdP65YLa5l6ezRiCRh8=" providerId="None" clId="Web-{381E9C35-13A3-4E6C-B65B-21B7769BCBB7}" dt="2024-11-01T20:55:34.464" v="25" actId="14100"/>
      <pc:docMkLst>
        <pc:docMk/>
      </pc:docMkLst>
      <pc:sldChg chg="ord">
        <pc:chgData name="Lauric Brown" userId="JfC5AM8avzTEBZQp3msu59NYsdP65YLa5l6ezRiCRh8=" providerId="None" clId="Web-{381E9C35-13A3-4E6C-B65B-21B7769BCBB7}" dt="2024-11-01T20:47:08.969" v="18"/>
        <pc:sldMkLst>
          <pc:docMk/>
          <pc:sldMk cId="3951028242" sldId="285"/>
        </pc:sldMkLst>
      </pc:sldChg>
      <pc:sldChg chg="addSp delSp modSp">
        <pc:chgData name="Lauric Brown" userId="JfC5AM8avzTEBZQp3msu59NYsdP65YLa5l6ezRiCRh8=" providerId="None" clId="Web-{381E9C35-13A3-4E6C-B65B-21B7769BCBB7}" dt="2024-11-01T20:55:34.464" v="25" actId="14100"/>
        <pc:sldMkLst>
          <pc:docMk/>
          <pc:sldMk cId="1474794166" sldId="313"/>
        </pc:sldMkLst>
        <pc:spChg chg="mod">
          <ac:chgData name="Lauric Brown" userId="JfC5AM8avzTEBZQp3msu59NYsdP65YLa5l6ezRiCRh8=" providerId="None" clId="Web-{381E9C35-13A3-4E6C-B65B-21B7769BCBB7}" dt="2024-11-01T20:55:23.355" v="24" actId="14100"/>
          <ac:spMkLst>
            <pc:docMk/>
            <pc:sldMk cId="1474794166" sldId="313"/>
            <ac:spMk id="2" creationId="{C8DDF817-7874-5C02-CECC-4E106A454D5A}"/>
          </ac:spMkLst>
        </pc:spChg>
        <pc:picChg chg="add mod">
          <ac:chgData name="Lauric Brown" userId="JfC5AM8avzTEBZQp3msu59NYsdP65YLa5l6ezRiCRh8=" providerId="None" clId="Web-{381E9C35-13A3-4E6C-B65B-21B7769BCBB7}" dt="2024-11-01T20:55:34.464" v="25" actId="14100"/>
          <ac:picMkLst>
            <pc:docMk/>
            <pc:sldMk cId="1474794166" sldId="313"/>
            <ac:picMk id="6" creationId="{8EA23706-318F-6F47-21F5-607099935C08}"/>
          </ac:picMkLst>
        </pc:picChg>
      </pc:sldChg>
    </pc:docChg>
  </pc:docChgLst>
  <pc:docChgLst>
    <pc:chgData name="Ben Sherman" userId="B2Z592lpL5s/ObuOB+DIn3zrvTqQrPzfLcooue0z7rE=" providerId="None" clId="Web-{7DCDBDFB-CFDB-4D1B-92ED-460A853633D3}"/>
    <pc:docChg chg="addSld modSld">
      <pc:chgData name="Ben Sherman" userId="B2Z592lpL5s/ObuOB+DIn3zrvTqQrPzfLcooue0z7rE=" providerId="None" clId="Web-{7DCDBDFB-CFDB-4D1B-92ED-460A853633D3}" dt="2024-10-30T21:06:55.662" v="394" actId="20577"/>
      <pc:docMkLst>
        <pc:docMk/>
      </pc:docMkLst>
      <pc:sldChg chg="modSp">
        <pc:chgData name="Ben Sherman" userId="B2Z592lpL5s/ObuOB+DIn3zrvTqQrPzfLcooue0z7rE=" providerId="None" clId="Web-{7DCDBDFB-CFDB-4D1B-92ED-460A853633D3}" dt="2024-10-30T20:05:45.397" v="111" actId="1076"/>
        <pc:sldMkLst>
          <pc:docMk/>
          <pc:sldMk cId="2692427565" sldId="281"/>
        </pc:sldMkLst>
      </pc:sldChg>
      <pc:sldChg chg="modSp">
        <pc:chgData name="Ben Sherman" userId="B2Z592lpL5s/ObuOB+DIn3zrvTqQrPzfLcooue0z7rE=" providerId="None" clId="Web-{7DCDBDFB-CFDB-4D1B-92ED-460A853633D3}" dt="2024-10-30T19:33:17.957" v="41" actId="20577"/>
        <pc:sldMkLst>
          <pc:docMk/>
          <pc:sldMk cId="3951028242" sldId="285"/>
        </pc:sldMkLst>
        <pc:spChg chg="mod">
          <ac:chgData name="Ben Sherman" userId="B2Z592lpL5s/ObuOB+DIn3zrvTqQrPzfLcooue0z7rE=" providerId="None" clId="Web-{7DCDBDFB-CFDB-4D1B-92ED-460A853633D3}" dt="2024-10-30T19:33:17.957" v="41" actId="20577"/>
          <ac:spMkLst>
            <pc:docMk/>
            <pc:sldMk cId="3951028242" sldId="285"/>
            <ac:spMk id="3" creationId="{BC644F39-0BE6-C82D-D117-F6B8F5128E25}"/>
          </ac:spMkLst>
        </pc:spChg>
      </pc:sldChg>
      <pc:sldChg chg="modSp">
        <pc:chgData name="Ben Sherman" userId="B2Z592lpL5s/ObuOB+DIn3zrvTqQrPzfLcooue0z7rE=" providerId="None" clId="Web-{7DCDBDFB-CFDB-4D1B-92ED-460A853633D3}" dt="2024-10-30T20:10:09.263" v="181" actId="20577"/>
        <pc:sldMkLst>
          <pc:docMk/>
          <pc:sldMk cId="689826214" sldId="291"/>
        </pc:sldMkLst>
        <pc:spChg chg="mod">
          <ac:chgData name="Ben Sherman" userId="B2Z592lpL5s/ObuOB+DIn3zrvTqQrPzfLcooue0z7rE=" providerId="None" clId="Web-{7DCDBDFB-CFDB-4D1B-92ED-460A853633D3}" dt="2024-10-30T20:10:09.263" v="181" actId="20577"/>
          <ac:spMkLst>
            <pc:docMk/>
            <pc:sldMk cId="689826214" sldId="291"/>
            <ac:spMk id="3" creationId="{BC644F39-0BE6-C82D-D117-F6B8F5128E25}"/>
          </ac:spMkLst>
        </pc:spChg>
      </pc:sldChg>
      <pc:sldChg chg="addSp modSp">
        <pc:chgData name="Ben Sherman" userId="B2Z592lpL5s/ObuOB+DIn3zrvTqQrPzfLcooue0z7rE=" providerId="None" clId="Web-{7DCDBDFB-CFDB-4D1B-92ED-460A853633D3}" dt="2024-10-30T21:03:24.063" v="383" actId="14100"/>
        <pc:sldMkLst>
          <pc:docMk/>
          <pc:sldMk cId="667090264" sldId="292"/>
        </pc:sldMkLst>
        <pc:spChg chg="mod">
          <ac:chgData name="Ben Sherman" userId="B2Z592lpL5s/ObuOB+DIn3zrvTqQrPzfLcooue0z7rE=" providerId="None" clId="Web-{7DCDBDFB-CFDB-4D1B-92ED-460A853633D3}" dt="2024-10-30T21:03:17.969" v="382" actId="1076"/>
          <ac:spMkLst>
            <pc:docMk/>
            <pc:sldMk cId="667090264" sldId="292"/>
            <ac:spMk id="2" creationId="{C8DDF817-7874-5C02-CECC-4E106A454D5A}"/>
          </ac:spMkLst>
        </pc:spChg>
        <pc:spChg chg="mod">
          <ac:chgData name="Ben Sherman" userId="B2Z592lpL5s/ObuOB+DIn3zrvTqQrPzfLcooue0z7rE=" providerId="None" clId="Web-{7DCDBDFB-CFDB-4D1B-92ED-460A853633D3}" dt="2024-10-30T21:03:24.063" v="383" actId="14100"/>
          <ac:spMkLst>
            <pc:docMk/>
            <pc:sldMk cId="667090264" sldId="292"/>
            <ac:spMk id="3" creationId="{BC644F39-0BE6-C82D-D117-F6B8F5128E25}"/>
          </ac:spMkLst>
        </pc:spChg>
        <pc:spChg chg="add mod">
          <ac:chgData name="Ben Sherman" userId="B2Z592lpL5s/ObuOB+DIn3zrvTqQrPzfLcooue0z7rE=" providerId="None" clId="Web-{7DCDBDFB-CFDB-4D1B-92ED-460A853633D3}" dt="2024-10-30T21:03:13.407" v="375" actId="1076"/>
          <ac:spMkLst>
            <pc:docMk/>
            <pc:sldMk cId="667090264" sldId="292"/>
            <ac:spMk id="5" creationId="{297969E3-1E1A-BFF9-1318-A6DC0002A409}"/>
          </ac:spMkLst>
        </pc:spChg>
        <pc:spChg chg="add mod">
          <ac:chgData name="Ben Sherman" userId="B2Z592lpL5s/ObuOB+DIn3zrvTqQrPzfLcooue0z7rE=" providerId="None" clId="Web-{7DCDBDFB-CFDB-4D1B-92ED-460A853633D3}" dt="2024-10-30T21:03:13.407" v="376" actId="1076"/>
          <ac:spMkLst>
            <pc:docMk/>
            <pc:sldMk cId="667090264" sldId="292"/>
            <ac:spMk id="6" creationId="{8434F504-08A0-6589-D33B-C2004E3D43C2}"/>
          </ac:spMkLst>
        </pc:spChg>
        <pc:spChg chg="add mod">
          <ac:chgData name="Ben Sherman" userId="B2Z592lpL5s/ObuOB+DIn3zrvTqQrPzfLcooue0z7rE=" providerId="None" clId="Web-{7DCDBDFB-CFDB-4D1B-92ED-460A853633D3}" dt="2024-10-30T21:03:13.422" v="377" actId="1076"/>
          <ac:spMkLst>
            <pc:docMk/>
            <pc:sldMk cId="667090264" sldId="292"/>
            <ac:spMk id="7" creationId="{B166FD09-D55A-EFEA-893A-264BC0AA8963}"/>
          </ac:spMkLst>
        </pc:spChg>
        <pc:spChg chg="add mod">
          <ac:chgData name="Ben Sherman" userId="B2Z592lpL5s/ObuOB+DIn3zrvTqQrPzfLcooue0z7rE=" providerId="None" clId="Web-{7DCDBDFB-CFDB-4D1B-92ED-460A853633D3}" dt="2024-10-30T21:03:13.422" v="378" actId="1076"/>
          <ac:spMkLst>
            <pc:docMk/>
            <pc:sldMk cId="667090264" sldId="292"/>
            <ac:spMk id="8" creationId="{ADB2E9F9-5C74-6FDB-2698-55C5F61AEFF7}"/>
          </ac:spMkLst>
        </pc:spChg>
        <pc:spChg chg="add mod">
          <ac:chgData name="Ben Sherman" userId="B2Z592lpL5s/ObuOB+DIn3zrvTqQrPzfLcooue0z7rE=" providerId="None" clId="Web-{7DCDBDFB-CFDB-4D1B-92ED-460A853633D3}" dt="2024-10-30T21:03:13.422" v="379" actId="1076"/>
          <ac:spMkLst>
            <pc:docMk/>
            <pc:sldMk cId="667090264" sldId="292"/>
            <ac:spMk id="9" creationId="{D0565170-98B0-2DD8-AF0B-13AE9BCAEAA1}"/>
          </ac:spMkLst>
        </pc:spChg>
        <pc:spChg chg="add mod">
          <ac:chgData name="Ben Sherman" userId="B2Z592lpL5s/ObuOB+DIn3zrvTqQrPzfLcooue0z7rE=" providerId="None" clId="Web-{7DCDBDFB-CFDB-4D1B-92ED-460A853633D3}" dt="2024-10-30T21:03:13.438" v="380" actId="1076"/>
          <ac:spMkLst>
            <pc:docMk/>
            <pc:sldMk cId="667090264" sldId="292"/>
            <ac:spMk id="10" creationId="{2AA8D1DB-7AF0-F9F6-9B5F-1D9745AF1151}"/>
          </ac:spMkLst>
        </pc:spChg>
        <pc:spChg chg="add mod">
          <ac:chgData name="Ben Sherman" userId="B2Z592lpL5s/ObuOB+DIn3zrvTqQrPzfLcooue0z7rE=" providerId="None" clId="Web-{7DCDBDFB-CFDB-4D1B-92ED-460A853633D3}" dt="2024-10-30T21:03:13.438" v="381" actId="1076"/>
          <ac:spMkLst>
            <pc:docMk/>
            <pc:sldMk cId="667090264" sldId="292"/>
            <ac:spMk id="11" creationId="{F90BA923-6570-A958-A87A-452876CBC1E3}"/>
          </ac:spMkLst>
        </pc:spChg>
      </pc:sldChg>
      <pc:sldChg chg="modSp">
        <pc:chgData name="Ben Sherman" userId="B2Z592lpL5s/ObuOB+DIn3zrvTqQrPzfLcooue0z7rE=" providerId="None" clId="Web-{7DCDBDFB-CFDB-4D1B-92ED-460A853633D3}" dt="2024-10-30T21:06:55.662" v="394" actId="20577"/>
        <pc:sldMkLst>
          <pc:docMk/>
          <pc:sldMk cId="2844018199" sldId="293"/>
        </pc:sldMkLst>
        <pc:spChg chg="mod">
          <ac:chgData name="Ben Sherman" userId="B2Z592lpL5s/ObuOB+DIn3zrvTqQrPzfLcooue0z7rE=" providerId="None" clId="Web-{7DCDBDFB-CFDB-4D1B-92ED-460A853633D3}" dt="2024-10-30T21:06:55.662" v="394" actId="20577"/>
          <ac:spMkLst>
            <pc:docMk/>
            <pc:sldMk cId="2844018199" sldId="293"/>
            <ac:spMk id="3" creationId="{BC644F39-0BE6-C82D-D117-F6B8F5128E25}"/>
          </ac:spMkLst>
        </pc:spChg>
      </pc:sldChg>
      <pc:sldChg chg="modSp">
        <pc:chgData name="Ben Sherman" userId="B2Z592lpL5s/ObuOB+DIn3zrvTqQrPzfLcooue0z7rE=" providerId="None" clId="Web-{7DCDBDFB-CFDB-4D1B-92ED-460A853633D3}" dt="2024-10-30T20:14:48.427" v="248" actId="20577"/>
        <pc:sldMkLst>
          <pc:docMk/>
          <pc:sldMk cId="3323203026" sldId="295"/>
        </pc:sldMkLst>
        <pc:spChg chg="mod">
          <ac:chgData name="Ben Sherman" userId="B2Z592lpL5s/ObuOB+DIn3zrvTqQrPzfLcooue0z7rE=" providerId="None" clId="Web-{7DCDBDFB-CFDB-4D1B-92ED-460A853633D3}" dt="2024-10-30T20:14:48.427" v="248" actId="20577"/>
          <ac:spMkLst>
            <pc:docMk/>
            <pc:sldMk cId="3323203026" sldId="295"/>
            <ac:spMk id="3" creationId="{BC644F39-0BE6-C82D-D117-F6B8F5128E25}"/>
          </ac:spMkLst>
        </pc:spChg>
      </pc:sldChg>
      <pc:sldChg chg="addSp modSp">
        <pc:chgData name="Ben Sherman" userId="B2Z592lpL5s/ObuOB+DIn3zrvTqQrPzfLcooue0z7rE=" providerId="None" clId="Web-{7DCDBDFB-CFDB-4D1B-92ED-460A853633D3}" dt="2024-10-30T20:20:15.466" v="333" actId="1076"/>
        <pc:sldMkLst>
          <pc:docMk/>
          <pc:sldMk cId="1025805518" sldId="309"/>
        </pc:sldMkLst>
        <pc:spChg chg="mod">
          <ac:chgData name="Ben Sherman" userId="B2Z592lpL5s/ObuOB+DIn3zrvTqQrPzfLcooue0z7rE=" providerId="None" clId="Web-{7DCDBDFB-CFDB-4D1B-92ED-460A853633D3}" dt="2024-10-30T20:17:02.180" v="251" actId="14100"/>
          <ac:spMkLst>
            <pc:docMk/>
            <pc:sldMk cId="1025805518" sldId="309"/>
            <ac:spMk id="2" creationId="{C8DDF817-7874-5C02-CECC-4E106A454D5A}"/>
          </ac:spMkLst>
        </pc:spChg>
        <pc:spChg chg="add mod">
          <ac:chgData name="Ben Sherman" userId="B2Z592lpL5s/ObuOB+DIn3zrvTqQrPzfLcooue0z7rE=" providerId="None" clId="Web-{7DCDBDFB-CFDB-4D1B-92ED-460A853633D3}" dt="2024-10-30T20:20:15.466" v="333" actId="1076"/>
          <ac:spMkLst>
            <pc:docMk/>
            <pc:sldMk cId="1025805518" sldId="309"/>
            <ac:spMk id="3" creationId="{AB9128FB-FD17-E89C-D50C-ABEA0BCF53B7}"/>
          </ac:spMkLst>
        </pc:spChg>
        <pc:spChg chg="mod">
          <ac:chgData name="Ben Sherman" userId="B2Z592lpL5s/ObuOB+DIn3zrvTqQrPzfLcooue0z7rE=" providerId="None" clId="Web-{7DCDBDFB-CFDB-4D1B-92ED-460A853633D3}" dt="2024-10-30T20:08:12.839" v="115" actId="1076"/>
          <ac:spMkLst>
            <pc:docMk/>
            <pc:sldMk cId="1025805518" sldId="309"/>
            <ac:spMk id="8" creationId="{02CDAFE5-1176-072F-FEA7-604630BA1D7A}"/>
          </ac:spMkLst>
        </pc:spChg>
      </pc:sldChg>
      <pc:sldChg chg="addSp delSp modSp add replId">
        <pc:chgData name="Ben Sherman" userId="B2Z592lpL5s/ObuOB+DIn3zrvTqQrPzfLcooue0z7rE=" providerId="None" clId="Web-{7DCDBDFB-CFDB-4D1B-92ED-460A853633D3}" dt="2024-10-30T20:02:06.657" v="106" actId="1076"/>
        <pc:sldMkLst>
          <pc:docMk/>
          <pc:sldMk cId="1330307227" sldId="315"/>
        </pc:sldMkLst>
        <pc:spChg chg="mod">
          <ac:chgData name="Ben Sherman" userId="B2Z592lpL5s/ObuOB+DIn3zrvTqQrPzfLcooue0z7rE=" providerId="None" clId="Web-{7DCDBDFB-CFDB-4D1B-92ED-460A853633D3}" dt="2024-10-30T19:58:28.933" v="98" actId="20577"/>
          <ac:spMkLst>
            <pc:docMk/>
            <pc:sldMk cId="1330307227" sldId="315"/>
            <ac:spMk id="2" creationId="{C8DDF817-7874-5C02-CECC-4E106A454D5A}"/>
          </ac:spMkLst>
        </pc:spChg>
        <pc:picChg chg="add mod">
          <ac:chgData name="Ben Sherman" userId="B2Z592lpL5s/ObuOB+DIn3zrvTqQrPzfLcooue0z7rE=" providerId="None" clId="Web-{7DCDBDFB-CFDB-4D1B-92ED-460A853633D3}" dt="2024-10-30T19:58:56.653" v="101" actId="1076"/>
          <ac:picMkLst>
            <pc:docMk/>
            <pc:sldMk cId="1330307227" sldId="315"/>
            <ac:picMk id="3" creationId="{43AAE48C-8795-AF44-B6EE-9E6987285594}"/>
          </ac:picMkLst>
        </pc:picChg>
        <pc:picChg chg="add mod">
          <ac:chgData name="Ben Sherman" userId="B2Z592lpL5s/ObuOB+DIn3zrvTqQrPzfLcooue0z7rE=" providerId="None" clId="Web-{7DCDBDFB-CFDB-4D1B-92ED-460A853633D3}" dt="2024-10-30T20:02:06.657" v="106" actId="1076"/>
          <ac:picMkLst>
            <pc:docMk/>
            <pc:sldMk cId="1330307227" sldId="315"/>
            <ac:picMk id="6" creationId="{059D12CC-3A16-6A92-219F-DB53315C24A3}"/>
          </ac:picMkLst>
        </pc:picChg>
      </pc:sldChg>
    </pc:docChg>
  </pc:docChgLst>
  <pc:docChgLst>
    <pc:chgData name="Lauric Brown" userId="JfC5AM8avzTEBZQp3msu59NYsdP65YLa5l6ezRiCRh8=" providerId="None" clId="Web-{68C12865-7D0A-4F36-8655-CCB69F9452BD}"/>
    <pc:docChg chg="modSld sldOrd">
      <pc:chgData name="Lauric Brown" userId="JfC5AM8avzTEBZQp3msu59NYsdP65YLa5l6ezRiCRh8=" providerId="None" clId="Web-{68C12865-7D0A-4F36-8655-CCB69F9452BD}" dt="2024-11-01T21:45:31.357" v="165"/>
      <pc:docMkLst>
        <pc:docMk/>
      </pc:docMkLst>
      <pc:sldChg chg="addSp delSp modSp modNotes">
        <pc:chgData name="Lauric Brown" userId="JfC5AM8avzTEBZQp3msu59NYsdP65YLa5l6ezRiCRh8=" providerId="None" clId="Web-{68C12865-7D0A-4F36-8655-CCB69F9452BD}" dt="2024-11-01T21:42:08.506" v="118"/>
        <pc:sldMkLst>
          <pc:docMk/>
          <pc:sldMk cId="3951028242" sldId="285"/>
        </pc:sldMkLst>
        <pc:spChg chg="mod">
          <ac:chgData name="Lauric Brown" userId="JfC5AM8avzTEBZQp3msu59NYsdP65YLa5l6ezRiCRh8=" providerId="None" clId="Web-{68C12865-7D0A-4F36-8655-CCB69F9452BD}" dt="2024-11-01T21:23:38.908" v="66" actId="20577"/>
          <ac:spMkLst>
            <pc:docMk/>
            <pc:sldMk cId="3951028242" sldId="285"/>
            <ac:spMk id="3" creationId="{BC644F39-0BE6-C82D-D117-F6B8F5128E25}"/>
          </ac:spMkLst>
        </pc:spChg>
      </pc:sldChg>
      <pc:sldChg chg="modSp modNotes">
        <pc:chgData name="Lauric Brown" userId="JfC5AM8avzTEBZQp3msu59NYsdP65YLa5l6ezRiCRh8=" providerId="None" clId="Web-{68C12865-7D0A-4F36-8655-CCB69F9452BD}" dt="2024-11-01T21:44:21.621" v="146"/>
        <pc:sldMkLst>
          <pc:docMk/>
          <pc:sldMk cId="2418643118" sldId="304"/>
        </pc:sldMkLst>
        <pc:spChg chg="mod">
          <ac:chgData name="Lauric Brown" userId="JfC5AM8avzTEBZQp3msu59NYsdP65YLa5l6ezRiCRh8=" providerId="None" clId="Web-{68C12865-7D0A-4F36-8655-CCB69F9452BD}" dt="2024-11-01T21:06:49.645" v="6" actId="20577"/>
          <ac:spMkLst>
            <pc:docMk/>
            <pc:sldMk cId="2418643118" sldId="304"/>
            <ac:spMk id="11" creationId="{C10B06FB-9666-0215-1DB2-75EEC61200C3}"/>
          </ac:spMkLst>
        </pc:spChg>
      </pc:sldChg>
      <pc:sldChg chg="modSp modNotes">
        <pc:chgData name="Lauric Brown" userId="JfC5AM8avzTEBZQp3msu59NYsdP65YLa5l6ezRiCRh8=" providerId="None" clId="Web-{68C12865-7D0A-4F36-8655-CCB69F9452BD}" dt="2024-11-01T21:45:21.419" v="152"/>
        <pc:sldMkLst>
          <pc:docMk/>
          <pc:sldMk cId="1019061658" sldId="305"/>
        </pc:sldMkLst>
        <pc:spChg chg="mod">
          <ac:chgData name="Lauric Brown" userId="JfC5AM8avzTEBZQp3msu59NYsdP65YLa5l6ezRiCRh8=" providerId="None" clId="Web-{68C12865-7D0A-4F36-8655-CCB69F9452BD}" dt="2024-11-01T21:07:21.833" v="7" actId="14100"/>
          <ac:spMkLst>
            <pc:docMk/>
            <pc:sldMk cId="1019061658" sldId="305"/>
            <ac:spMk id="3" creationId="{BC644F39-0BE6-C82D-D117-F6B8F5128E25}"/>
          </ac:spMkLst>
        </pc:spChg>
      </pc:sldChg>
      <pc:sldChg chg="modNotes">
        <pc:chgData name="Lauric Brown" userId="JfC5AM8avzTEBZQp3msu59NYsdP65YLa5l6ezRiCRh8=" providerId="None" clId="Web-{68C12865-7D0A-4F36-8655-CCB69F9452BD}" dt="2024-11-01T21:43:21.211" v="129"/>
        <pc:sldMkLst>
          <pc:docMk/>
          <pc:sldMk cId="1052272766" sldId="308"/>
        </pc:sldMkLst>
      </pc:sldChg>
      <pc:sldChg chg="modNotes">
        <pc:chgData name="Lauric Brown" userId="JfC5AM8avzTEBZQp3msu59NYsdP65YLa5l6ezRiCRh8=" providerId="None" clId="Web-{68C12865-7D0A-4F36-8655-CCB69F9452BD}" dt="2024-11-01T21:45:31.357" v="165"/>
        <pc:sldMkLst>
          <pc:docMk/>
          <pc:sldMk cId="3723096449" sldId="310"/>
        </pc:sldMkLst>
      </pc:sldChg>
      <pc:sldChg chg="addSp delSp modSp ord modNotes">
        <pc:chgData name="Lauric Brown" userId="JfC5AM8avzTEBZQp3msu59NYsdP65YLa5l6ezRiCRh8=" providerId="None" clId="Web-{68C12865-7D0A-4F36-8655-CCB69F9452BD}" dt="2024-11-01T21:41:53.349" v="105"/>
        <pc:sldMkLst>
          <pc:docMk/>
          <pc:sldMk cId="1474794166" sldId="313"/>
        </pc:sldMkLst>
      </pc:sldChg>
    </pc:docChg>
  </pc:docChgLst>
  <pc:docChgLst>
    <pc:chgData name="Trace Shafer" userId="XrbJnax0RagH4bMr75mmHnJqJ15V3xLAIGES0Lm1IU4=" providerId="None" clId="Web-{CBB59546-5A4A-4826-8BF5-72BC887F112D}"/>
    <pc:docChg chg="modSld">
      <pc:chgData name="Trace Shafer" userId="XrbJnax0RagH4bMr75mmHnJqJ15V3xLAIGES0Lm1IU4=" providerId="None" clId="Web-{CBB59546-5A4A-4826-8BF5-72BC887F112D}" dt="2024-11-08T05:40:49.624" v="57" actId="20577"/>
      <pc:docMkLst>
        <pc:docMk/>
      </pc:docMkLst>
      <pc:sldChg chg="modSp">
        <pc:chgData name="Trace Shafer" userId="XrbJnax0RagH4bMr75mmHnJqJ15V3xLAIGES0Lm1IU4=" providerId="None" clId="Web-{CBB59546-5A4A-4826-8BF5-72BC887F112D}" dt="2024-11-08T05:40:49.624" v="57" actId="20577"/>
        <pc:sldMkLst>
          <pc:docMk/>
          <pc:sldMk cId="2078996173" sldId="265"/>
        </pc:sldMkLst>
        <pc:spChg chg="mod">
          <ac:chgData name="Trace Shafer" userId="XrbJnax0RagH4bMr75mmHnJqJ15V3xLAIGES0Lm1IU4=" providerId="None" clId="Web-{CBB59546-5A4A-4826-8BF5-72BC887F112D}" dt="2024-11-08T05:40:49.624" v="57" actId="20577"/>
          <ac:spMkLst>
            <pc:docMk/>
            <pc:sldMk cId="2078996173" sldId="265"/>
            <ac:spMk id="3" creationId="{BC644F39-0BE6-C82D-D117-F6B8F5128E25}"/>
          </ac:spMkLst>
        </pc:spChg>
      </pc:sldChg>
      <pc:sldChg chg="modSp">
        <pc:chgData name="Trace Shafer" userId="XrbJnax0RagH4bMr75mmHnJqJ15V3xLAIGES0Lm1IU4=" providerId="None" clId="Web-{CBB59546-5A4A-4826-8BF5-72BC887F112D}" dt="2024-11-08T05:26:43.368" v="3" actId="20577"/>
        <pc:sldMkLst>
          <pc:docMk/>
          <pc:sldMk cId="249317410" sldId="289"/>
        </pc:sldMkLst>
        <pc:spChg chg="mod">
          <ac:chgData name="Trace Shafer" userId="XrbJnax0RagH4bMr75mmHnJqJ15V3xLAIGES0Lm1IU4=" providerId="None" clId="Web-{CBB59546-5A4A-4826-8BF5-72BC887F112D}" dt="2024-11-08T05:26:43.368" v="3" actId="20577"/>
          <ac:spMkLst>
            <pc:docMk/>
            <pc:sldMk cId="249317410" sldId="289"/>
            <ac:spMk id="3" creationId="{BC644F39-0BE6-C82D-D117-F6B8F5128E25}"/>
          </ac:spMkLst>
        </pc:spChg>
      </pc:sldChg>
      <pc:sldChg chg="modSp">
        <pc:chgData name="Trace Shafer" userId="XrbJnax0RagH4bMr75mmHnJqJ15V3xLAIGES0Lm1IU4=" providerId="None" clId="Web-{CBB59546-5A4A-4826-8BF5-72BC887F112D}" dt="2024-11-08T05:40:25.624" v="32" actId="20577"/>
        <pc:sldMkLst>
          <pc:docMk/>
          <pc:sldMk cId="689826214" sldId="291"/>
        </pc:sldMkLst>
        <pc:spChg chg="mod">
          <ac:chgData name="Trace Shafer" userId="XrbJnax0RagH4bMr75mmHnJqJ15V3xLAIGES0Lm1IU4=" providerId="None" clId="Web-{CBB59546-5A4A-4826-8BF5-72BC887F112D}" dt="2024-11-08T05:40:25.624" v="32" actId="20577"/>
          <ac:spMkLst>
            <pc:docMk/>
            <pc:sldMk cId="689826214" sldId="291"/>
            <ac:spMk id="3" creationId="{BC644F39-0BE6-C82D-D117-F6B8F5128E25}"/>
          </ac:spMkLst>
        </pc:spChg>
      </pc:sldChg>
      <pc:sldChg chg="modSp">
        <pc:chgData name="Trace Shafer" userId="XrbJnax0RagH4bMr75mmHnJqJ15V3xLAIGES0Lm1IU4=" providerId="None" clId="Web-{CBB59546-5A4A-4826-8BF5-72BC887F112D}" dt="2024-11-08T05:28:07.745" v="8" actId="20577"/>
        <pc:sldMkLst>
          <pc:docMk/>
          <pc:sldMk cId="2844018199" sldId="293"/>
        </pc:sldMkLst>
        <pc:spChg chg="mod">
          <ac:chgData name="Trace Shafer" userId="XrbJnax0RagH4bMr75mmHnJqJ15V3xLAIGES0Lm1IU4=" providerId="None" clId="Web-{CBB59546-5A4A-4826-8BF5-72BC887F112D}" dt="2024-11-08T05:28:07.745" v="8" actId="20577"/>
          <ac:spMkLst>
            <pc:docMk/>
            <pc:sldMk cId="2844018199" sldId="293"/>
            <ac:spMk id="3" creationId="{BC644F39-0BE6-C82D-D117-F6B8F5128E25}"/>
          </ac:spMkLst>
        </pc:spChg>
      </pc:sldChg>
    </pc:docChg>
  </pc:docChgLst>
  <pc:docChgLst>
    <pc:chgData name="Trace Shafer" userId="XrbJnax0RagH4bMr75mmHnJqJ15V3xLAIGES0Lm1IU4=" providerId="None" clId="Web-{D1A4B3F4-B183-4FA9-A38A-3106D1B640A0}"/>
    <pc:docChg chg="addSld modSld">
      <pc:chgData name="Trace Shafer" userId="XrbJnax0RagH4bMr75mmHnJqJ15V3xLAIGES0Lm1IU4=" providerId="None" clId="Web-{D1A4B3F4-B183-4FA9-A38A-3106D1B640A0}" dt="2024-10-25T21:53:45.724" v="1099" actId="20577"/>
      <pc:docMkLst>
        <pc:docMk/>
      </pc:docMkLst>
      <pc:sldChg chg="modSp">
        <pc:chgData name="Trace Shafer" userId="XrbJnax0RagH4bMr75mmHnJqJ15V3xLAIGES0Lm1IU4=" providerId="None" clId="Web-{D1A4B3F4-B183-4FA9-A38A-3106D1B640A0}" dt="2024-10-25T21:18:13.529" v="519"/>
        <pc:sldMkLst>
          <pc:docMk/>
          <pc:sldMk cId="1450780681" sldId="290"/>
        </pc:sldMkLst>
      </pc:sldChg>
      <pc:sldChg chg="modSp add replId">
        <pc:chgData name="Trace Shafer" userId="XrbJnax0RagH4bMr75mmHnJqJ15V3xLAIGES0Lm1IU4=" providerId="None" clId="Web-{D1A4B3F4-B183-4FA9-A38A-3106D1B640A0}" dt="2024-10-25T21:53:45.724" v="1099" actId="20577"/>
        <pc:sldMkLst>
          <pc:docMk/>
          <pc:sldMk cId="2450408537" sldId="297"/>
        </pc:sldMkLst>
        <pc:spChg chg="mod">
          <ac:chgData name="Trace Shafer" userId="XrbJnax0RagH4bMr75mmHnJqJ15V3xLAIGES0Lm1IU4=" providerId="None" clId="Web-{D1A4B3F4-B183-4FA9-A38A-3106D1B640A0}" dt="2024-10-25T20:48:59.917" v="64" actId="20577"/>
          <ac:spMkLst>
            <pc:docMk/>
            <pc:sldMk cId="2450408537" sldId="297"/>
            <ac:spMk id="2" creationId="{C8DDF817-7874-5C02-CECC-4E106A454D5A}"/>
          </ac:spMkLst>
        </pc:spChg>
        <pc:spChg chg="mod">
          <ac:chgData name="Trace Shafer" userId="XrbJnax0RagH4bMr75mmHnJqJ15V3xLAIGES0Lm1IU4=" providerId="None" clId="Web-{D1A4B3F4-B183-4FA9-A38A-3106D1B640A0}" dt="2024-10-25T21:53:45.724" v="1099" actId="20577"/>
          <ac:spMkLst>
            <pc:docMk/>
            <pc:sldMk cId="2450408537" sldId="297"/>
            <ac:spMk id="3" creationId="{BC644F39-0BE6-C82D-D117-F6B8F5128E25}"/>
          </ac:spMkLst>
        </pc:spChg>
      </pc:sldChg>
    </pc:docChg>
  </pc:docChgLst>
  <pc:docChgLst>
    <pc:chgData name="Ben Sherman" userId="B2Z592lpL5s/ObuOB+DIn3zrvTqQrPzfLcooue0z7rE=" providerId="None" clId="Web-{44B0DEAA-1C75-4E6A-8D59-E23017297CF0}"/>
    <pc:docChg chg="addSld modSld">
      <pc:chgData name="Ben Sherman" userId="B2Z592lpL5s/ObuOB+DIn3zrvTqQrPzfLcooue0z7rE=" providerId="None" clId="Web-{44B0DEAA-1C75-4E6A-8D59-E23017297CF0}" dt="2024-10-25T22:17:49.944" v="282" actId="20577"/>
      <pc:docMkLst>
        <pc:docMk/>
      </pc:docMkLst>
      <pc:sldChg chg="addSp modSp">
        <pc:chgData name="Ben Sherman" userId="B2Z592lpL5s/ObuOB+DIn3zrvTqQrPzfLcooue0z7rE=" providerId="None" clId="Web-{44B0DEAA-1C75-4E6A-8D59-E23017297CF0}" dt="2024-10-25T22:05:24.117" v="115" actId="1076"/>
        <pc:sldMkLst>
          <pc:docMk/>
          <pc:sldMk cId="1215839148" sldId="282"/>
        </pc:sldMkLst>
      </pc:sldChg>
      <pc:sldChg chg="addSp delSp modSp">
        <pc:chgData name="Ben Sherman" userId="B2Z592lpL5s/ObuOB+DIn3zrvTqQrPzfLcooue0z7rE=" providerId="None" clId="Web-{44B0DEAA-1C75-4E6A-8D59-E23017297CF0}" dt="2024-10-25T22:09:08.372" v="120" actId="1076"/>
        <pc:sldMkLst>
          <pc:docMk/>
          <pc:sldMk cId="689826214" sldId="291"/>
        </pc:sldMkLst>
        <pc:spChg chg="mod">
          <ac:chgData name="Ben Sherman" userId="B2Z592lpL5s/ObuOB+DIn3zrvTqQrPzfLcooue0z7rE=" providerId="None" clId="Web-{44B0DEAA-1C75-4E6A-8D59-E23017297CF0}" dt="2024-10-25T21:45:07.890" v="92" actId="1076"/>
          <ac:spMkLst>
            <pc:docMk/>
            <pc:sldMk cId="689826214" sldId="291"/>
            <ac:spMk id="3" creationId="{BC644F39-0BE6-C82D-D117-F6B8F5128E25}"/>
          </ac:spMkLst>
        </pc:spChg>
        <pc:spChg chg="add mod">
          <ac:chgData name="Ben Sherman" userId="B2Z592lpL5s/ObuOB+DIn3zrvTqQrPzfLcooue0z7rE=" providerId="None" clId="Web-{44B0DEAA-1C75-4E6A-8D59-E23017297CF0}" dt="2024-10-25T21:58:22.390" v="112" actId="1076"/>
          <ac:spMkLst>
            <pc:docMk/>
            <pc:sldMk cId="689826214" sldId="291"/>
            <ac:spMk id="7" creationId="{14883D0C-4763-50CC-2357-DB50044EC245}"/>
          </ac:spMkLst>
        </pc:spChg>
        <pc:spChg chg="add mod">
          <ac:chgData name="Ben Sherman" userId="B2Z592lpL5s/ObuOB+DIn3zrvTqQrPzfLcooue0z7rE=" providerId="None" clId="Web-{44B0DEAA-1C75-4E6A-8D59-E23017297CF0}" dt="2024-10-25T21:51:14.350" v="108" actId="1076"/>
          <ac:spMkLst>
            <pc:docMk/>
            <pc:sldMk cId="689826214" sldId="291"/>
            <ac:spMk id="12" creationId="{D52255C4-B020-E737-E635-92975FE07BF8}"/>
          </ac:spMkLst>
        </pc:spChg>
        <pc:picChg chg="add mod">
          <ac:chgData name="Ben Sherman" userId="B2Z592lpL5s/ObuOB+DIn3zrvTqQrPzfLcooue0z7rE=" providerId="None" clId="Web-{44B0DEAA-1C75-4E6A-8D59-E23017297CF0}" dt="2024-10-25T21:49:24.036" v="99" actId="1076"/>
          <ac:picMkLst>
            <pc:docMk/>
            <pc:sldMk cId="689826214" sldId="291"/>
            <ac:picMk id="10" creationId="{C1FA05EA-1DF4-123D-F533-3A0881FC57F0}"/>
          </ac:picMkLst>
        </pc:picChg>
        <pc:picChg chg="add mod">
          <ac:chgData name="Ben Sherman" userId="B2Z592lpL5s/ObuOB+DIn3zrvTqQrPzfLcooue0z7rE=" providerId="None" clId="Web-{44B0DEAA-1C75-4E6A-8D59-E23017297CF0}" dt="2024-10-25T22:09:08.372" v="120" actId="1076"/>
          <ac:picMkLst>
            <pc:docMk/>
            <pc:sldMk cId="689826214" sldId="291"/>
            <ac:picMk id="13" creationId="{8B08FEC1-7579-D490-EA2A-3A07A8FCDE68}"/>
          </ac:picMkLst>
        </pc:picChg>
      </pc:sldChg>
      <pc:sldChg chg="modSp new">
        <pc:chgData name="Ben Sherman" userId="B2Z592lpL5s/ObuOB+DIn3zrvTqQrPzfLcooue0z7rE=" providerId="None" clId="Web-{44B0DEAA-1C75-4E6A-8D59-E23017297CF0}" dt="2024-10-25T22:16:36.833" v="248" actId="20577"/>
        <pc:sldMkLst>
          <pc:docMk/>
          <pc:sldMk cId="4283836796" sldId="302"/>
        </pc:sldMkLst>
      </pc:sldChg>
      <pc:sldChg chg="modSp new">
        <pc:chgData name="Ben Sherman" userId="B2Z592lpL5s/ObuOB+DIn3zrvTqQrPzfLcooue0z7rE=" providerId="None" clId="Web-{44B0DEAA-1C75-4E6A-8D59-E23017297CF0}" dt="2024-10-25T22:17:49.944" v="282" actId="20577"/>
        <pc:sldMkLst>
          <pc:docMk/>
          <pc:sldMk cId="1553324056" sldId="303"/>
        </pc:sldMkLst>
      </pc:sldChg>
    </pc:docChg>
  </pc:docChgLst>
  <pc:docChgLst>
    <pc:chgData name="Ben Sherman" userId="B2Z592lpL5s/ObuOB+DIn3zrvTqQrPzfLcooue0z7rE=" providerId="None" clId="Web-{30AC7270-4D60-4E34-ADC1-7910A4FB16E9}"/>
    <pc:docChg chg="addSld delSld modSld">
      <pc:chgData name="Ben Sherman" userId="B2Z592lpL5s/ObuOB+DIn3zrvTqQrPzfLcooue0z7rE=" providerId="None" clId="Web-{30AC7270-4D60-4E34-ADC1-7910A4FB16E9}" dt="2024-11-04T23:07:47.921" v="485" actId="20577"/>
      <pc:docMkLst>
        <pc:docMk/>
      </pc:docMkLst>
      <pc:sldChg chg="modSp">
        <pc:chgData name="Ben Sherman" userId="B2Z592lpL5s/ObuOB+DIn3zrvTqQrPzfLcooue0z7rE=" providerId="None" clId="Web-{30AC7270-4D60-4E34-ADC1-7910A4FB16E9}" dt="2024-11-04T21:25:25.859" v="29" actId="14100"/>
        <pc:sldMkLst>
          <pc:docMk/>
          <pc:sldMk cId="114823298" sldId="262"/>
        </pc:sldMkLst>
        <pc:spChg chg="mod">
          <ac:chgData name="Ben Sherman" userId="B2Z592lpL5s/ObuOB+DIn3zrvTqQrPzfLcooue0z7rE=" providerId="None" clId="Web-{30AC7270-4D60-4E34-ADC1-7910A4FB16E9}" dt="2024-11-04T21:25:25.859" v="29" actId="14100"/>
          <ac:spMkLst>
            <pc:docMk/>
            <pc:sldMk cId="114823298" sldId="262"/>
            <ac:spMk id="3" creationId="{BC644F39-0BE6-C82D-D117-F6B8F5128E25}"/>
          </ac:spMkLst>
        </pc:spChg>
      </pc:sldChg>
      <pc:sldChg chg="modNotes">
        <pc:chgData name="Ben Sherman" userId="B2Z592lpL5s/ObuOB+DIn3zrvTqQrPzfLcooue0z7rE=" providerId="None" clId="Web-{30AC7270-4D60-4E34-ADC1-7910A4FB16E9}" dt="2024-11-04T23:02:15.828" v="432"/>
        <pc:sldMkLst>
          <pc:docMk/>
          <pc:sldMk cId="2078996173" sldId="265"/>
        </pc:sldMkLst>
      </pc:sldChg>
      <pc:sldChg chg="modSp modNotes">
        <pc:chgData name="Ben Sherman" userId="B2Z592lpL5s/ObuOB+DIn3zrvTqQrPzfLcooue0z7rE=" providerId="None" clId="Web-{30AC7270-4D60-4E34-ADC1-7910A4FB16E9}" dt="2024-11-04T23:02:34.672" v="435"/>
        <pc:sldMkLst>
          <pc:docMk/>
          <pc:sldMk cId="2363649107" sldId="266"/>
        </pc:sldMkLst>
      </pc:sldChg>
      <pc:sldChg chg="modSp modNotes">
        <pc:chgData name="Ben Sherman" userId="B2Z592lpL5s/ObuOB+DIn3zrvTqQrPzfLcooue0z7rE=" providerId="None" clId="Web-{30AC7270-4D60-4E34-ADC1-7910A4FB16E9}" dt="2024-11-04T23:00:09.985" v="412"/>
        <pc:sldMkLst>
          <pc:docMk/>
          <pc:sldMk cId="1461588359" sldId="269"/>
        </pc:sldMkLst>
        <pc:spChg chg="mod">
          <ac:chgData name="Ben Sherman" userId="B2Z592lpL5s/ObuOB+DIn3zrvTqQrPzfLcooue0z7rE=" providerId="None" clId="Web-{30AC7270-4D60-4E34-ADC1-7910A4FB16E9}" dt="2024-11-04T22:58:58.907" v="410" actId="20577"/>
          <ac:spMkLst>
            <pc:docMk/>
            <pc:sldMk cId="1461588359" sldId="269"/>
            <ac:spMk id="3" creationId="{BC644F39-0BE6-C82D-D117-F6B8F5128E25}"/>
          </ac:spMkLst>
        </pc:spChg>
      </pc:sldChg>
      <pc:sldChg chg="modSp">
        <pc:chgData name="Ben Sherman" userId="B2Z592lpL5s/ObuOB+DIn3zrvTqQrPzfLcooue0z7rE=" providerId="None" clId="Web-{30AC7270-4D60-4E34-ADC1-7910A4FB16E9}" dt="2024-11-04T22:01:30.772" v="251" actId="1076"/>
        <pc:sldMkLst>
          <pc:docMk/>
          <pc:sldMk cId="1024818632" sldId="270"/>
        </pc:sldMkLst>
        <pc:picChg chg="mod">
          <ac:chgData name="Ben Sherman" userId="B2Z592lpL5s/ObuOB+DIn3zrvTqQrPzfLcooue0z7rE=" providerId="None" clId="Web-{30AC7270-4D60-4E34-ADC1-7910A4FB16E9}" dt="2024-11-04T22:01:28.319" v="250" actId="1076"/>
          <ac:picMkLst>
            <pc:docMk/>
            <pc:sldMk cId="1024818632" sldId="270"/>
            <ac:picMk id="9" creationId="{40A430C6-6216-2552-C690-CCE2B25244A8}"/>
          </ac:picMkLst>
        </pc:picChg>
        <pc:picChg chg="mod">
          <ac:chgData name="Ben Sherman" userId="B2Z592lpL5s/ObuOB+DIn3zrvTqQrPzfLcooue0z7rE=" providerId="None" clId="Web-{30AC7270-4D60-4E34-ADC1-7910A4FB16E9}" dt="2024-11-04T22:01:30.772" v="251" actId="1076"/>
          <ac:picMkLst>
            <pc:docMk/>
            <pc:sldMk cId="1024818632" sldId="270"/>
            <ac:picMk id="10" creationId="{5294A05F-A7AA-1417-9456-2727EDB18A00}"/>
          </ac:picMkLst>
        </pc:picChg>
      </pc:sldChg>
      <pc:sldChg chg="modSp">
        <pc:chgData name="Ben Sherman" userId="B2Z592lpL5s/ObuOB+DIn3zrvTqQrPzfLcooue0z7rE=" providerId="None" clId="Web-{30AC7270-4D60-4E34-ADC1-7910A4FB16E9}" dt="2024-11-04T22:09:28.996" v="300" actId="20577"/>
        <pc:sldMkLst>
          <pc:docMk/>
          <pc:sldMk cId="1099004406" sldId="271"/>
        </pc:sldMkLst>
      </pc:sldChg>
      <pc:sldChg chg="modSp modNotes">
        <pc:chgData name="Ben Sherman" userId="B2Z592lpL5s/ObuOB+DIn3zrvTqQrPzfLcooue0z7rE=" providerId="None" clId="Web-{30AC7270-4D60-4E34-ADC1-7910A4FB16E9}" dt="2024-11-04T23:07:47.921" v="485" actId="20577"/>
        <pc:sldMkLst>
          <pc:docMk/>
          <pc:sldMk cId="1121307087" sldId="275"/>
        </pc:sldMkLst>
        <pc:spChg chg="mod">
          <ac:chgData name="Ben Sherman" userId="B2Z592lpL5s/ObuOB+DIn3zrvTqQrPzfLcooue0z7rE=" providerId="None" clId="Web-{30AC7270-4D60-4E34-ADC1-7910A4FB16E9}" dt="2024-11-04T23:07:47.921" v="485" actId="20577"/>
          <ac:spMkLst>
            <pc:docMk/>
            <pc:sldMk cId="1121307087" sldId="275"/>
            <ac:spMk id="3" creationId="{BC644F39-0BE6-C82D-D117-F6B8F5128E25}"/>
          </ac:spMkLst>
        </pc:spChg>
      </pc:sldChg>
      <pc:sldChg chg="modNotes">
        <pc:chgData name="Ben Sherman" userId="B2Z592lpL5s/ObuOB+DIn3zrvTqQrPzfLcooue0z7rE=" providerId="None" clId="Web-{30AC7270-4D60-4E34-ADC1-7910A4FB16E9}" dt="2024-11-04T23:00:42.016" v="418"/>
        <pc:sldMkLst>
          <pc:docMk/>
          <pc:sldMk cId="507670785" sldId="277"/>
        </pc:sldMkLst>
      </pc:sldChg>
      <pc:sldChg chg="modSp">
        <pc:chgData name="Ben Sherman" userId="B2Z592lpL5s/ObuOB+DIn3zrvTqQrPzfLcooue0z7rE=" providerId="None" clId="Web-{30AC7270-4D60-4E34-ADC1-7910A4FB16E9}" dt="2024-11-04T22:02:40.070" v="280" actId="20577"/>
        <pc:sldMkLst>
          <pc:docMk/>
          <pc:sldMk cId="1515785550" sldId="278"/>
        </pc:sldMkLst>
        <pc:spChg chg="mod">
          <ac:chgData name="Ben Sherman" userId="B2Z592lpL5s/ObuOB+DIn3zrvTqQrPzfLcooue0z7rE=" providerId="None" clId="Web-{30AC7270-4D60-4E34-ADC1-7910A4FB16E9}" dt="2024-11-04T22:02:40.070" v="280" actId="20577"/>
          <ac:spMkLst>
            <pc:docMk/>
            <pc:sldMk cId="1515785550" sldId="278"/>
            <ac:spMk id="3" creationId="{BC644F39-0BE6-C82D-D117-F6B8F5128E25}"/>
          </ac:spMkLst>
        </pc:spChg>
      </pc:sldChg>
      <pc:sldChg chg="modSp">
        <pc:chgData name="Ben Sherman" userId="B2Z592lpL5s/ObuOB+DIn3zrvTqQrPzfLcooue0z7rE=" providerId="None" clId="Web-{30AC7270-4D60-4E34-ADC1-7910A4FB16E9}" dt="2024-11-04T22:03:17.773" v="287" actId="1076"/>
        <pc:sldMkLst>
          <pc:docMk/>
          <pc:sldMk cId="2189994964" sldId="280"/>
        </pc:sldMkLst>
        <pc:spChg chg="mod">
          <ac:chgData name="Ben Sherman" userId="B2Z592lpL5s/ObuOB+DIn3zrvTqQrPzfLcooue0z7rE=" providerId="None" clId="Web-{30AC7270-4D60-4E34-ADC1-7910A4FB16E9}" dt="2024-11-04T22:03:17.773" v="287" actId="1076"/>
          <ac:spMkLst>
            <pc:docMk/>
            <pc:sldMk cId="2189994964" sldId="280"/>
            <ac:spMk id="5" creationId="{D5FE6E84-7598-2A09-4414-17DC767C18D0}"/>
          </ac:spMkLst>
        </pc:spChg>
      </pc:sldChg>
      <pc:sldChg chg="modNotes">
        <pc:chgData name="Ben Sherman" userId="B2Z592lpL5s/ObuOB+DIn3zrvTqQrPzfLcooue0z7rE=" providerId="None" clId="Web-{30AC7270-4D60-4E34-ADC1-7910A4FB16E9}" dt="2024-11-04T23:00:58.641" v="423"/>
        <pc:sldMkLst>
          <pc:docMk/>
          <pc:sldMk cId="2692427565" sldId="281"/>
        </pc:sldMkLst>
      </pc:sldChg>
      <pc:sldChg chg="modNotes">
        <pc:chgData name="Ben Sherman" userId="B2Z592lpL5s/ObuOB+DIn3zrvTqQrPzfLcooue0z7rE=" providerId="None" clId="Web-{30AC7270-4D60-4E34-ADC1-7910A4FB16E9}" dt="2024-11-04T23:01:30.032" v="431"/>
        <pc:sldMkLst>
          <pc:docMk/>
          <pc:sldMk cId="1215839148" sldId="282"/>
        </pc:sldMkLst>
      </pc:sldChg>
      <pc:sldChg chg="modNotes">
        <pc:chgData name="Ben Sherman" userId="B2Z592lpL5s/ObuOB+DIn3zrvTqQrPzfLcooue0z7rE=" providerId="None" clId="Web-{30AC7270-4D60-4E34-ADC1-7910A4FB16E9}" dt="2024-11-04T23:00:33.751" v="415"/>
        <pc:sldMkLst>
          <pc:docMk/>
          <pc:sldMk cId="112256977" sldId="283"/>
        </pc:sldMkLst>
      </pc:sldChg>
      <pc:sldChg chg="modSp">
        <pc:chgData name="Ben Sherman" userId="B2Z592lpL5s/ObuOB+DIn3zrvTqQrPzfLcooue0z7rE=" providerId="None" clId="Web-{30AC7270-4D60-4E34-ADC1-7910A4FB16E9}" dt="2024-11-04T21:26:41.266" v="33" actId="20577"/>
        <pc:sldMkLst>
          <pc:docMk/>
          <pc:sldMk cId="3951028242" sldId="285"/>
        </pc:sldMkLst>
        <pc:spChg chg="mod">
          <ac:chgData name="Ben Sherman" userId="B2Z592lpL5s/ObuOB+DIn3zrvTqQrPzfLcooue0z7rE=" providerId="None" clId="Web-{30AC7270-4D60-4E34-ADC1-7910A4FB16E9}" dt="2024-11-04T21:26:41.266" v="33" actId="20577"/>
          <ac:spMkLst>
            <pc:docMk/>
            <pc:sldMk cId="3951028242" sldId="285"/>
            <ac:spMk id="3" creationId="{BC644F39-0BE6-C82D-D117-F6B8F5128E25}"/>
          </ac:spMkLst>
        </pc:spChg>
      </pc:sldChg>
      <pc:sldChg chg="modSp">
        <pc:chgData name="Ben Sherman" userId="B2Z592lpL5s/ObuOB+DIn3zrvTqQrPzfLcooue0z7rE=" providerId="None" clId="Web-{30AC7270-4D60-4E34-ADC1-7910A4FB16E9}" dt="2024-11-04T22:00:24.881" v="241" actId="20577"/>
        <pc:sldMkLst>
          <pc:docMk/>
          <pc:sldMk cId="3713309986" sldId="286"/>
        </pc:sldMkLst>
        <pc:spChg chg="mod">
          <ac:chgData name="Ben Sherman" userId="B2Z592lpL5s/ObuOB+DIn3zrvTqQrPzfLcooue0z7rE=" providerId="None" clId="Web-{30AC7270-4D60-4E34-ADC1-7910A4FB16E9}" dt="2024-11-04T22:00:24.881" v="241" actId="20577"/>
          <ac:spMkLst>
            <pc:docMk/>
            <pc:sldMk cId="3713309986" sldId="286"/>
            <ac:spMk id="6" creationId="{7A80AE21-4BAB-255D-D0E2-5ABA27E3A3A9}"/>
          </ac:spMkLst>
        </pc:spChg>
      </pc:sldChg>
      <pc:sldChg chg="modSp del">
        <pc:chgData name="Ben Sherman" userId="B2Z592lpL5s/ObuOB+DIn3zrvTqQrPzfLcooue0z7rE=" providerId="None" clId="Web-{30AC7270-4D60-4E34-ADC1-7910A4FB16E9}" dt="2024-11-04T22:19:55.173" v="371"/>
        <pc:sldMkLst>
          <pc:docMk/>
          <pc:sldMk cId="1450780681" sldId="290"/>
        </pc:sldMkLst>
      </pc:sldChg>
      <pc:sldChg chg="modNotes">
        <pc:chgData name="Ben Sherman" userId="B2Z592lpL5s/ObuOB+DIn3zrvTqQrPzfLcooue0z7rE=" providerId="None" clId="Web-{30AC7270-4D60-4E34-ADC1-7910A4FB16E9}" dt="2024-11-04T22:01:11.413" v="248"/>
        <pc:sldMkLst>
          <pc:docMk/>
          <pc:sldMk cId="667090264" sldId="292"/>
        </pc:sldMkLst>
      </pc:sldChg>
      <pc:sldChg chg="modNotes">
        <pc:chgData name="Ben Sherman" userId="B2Z592lpL5s/ObuOB+DIn3zrvTqQrPzfLcooue0z7rE=" providerId="None" clId="Web-{30AC7270-4D60-4E34-ADC1-7910A4FB16E9}" dt="2024-11-04T22:01:05.663" v="245"/>
        <pc:sldMkLst>
          <pc:docMk/>
          <pc:sldMk cId="2844018199" sldId="293"/>
        </pc:sldMkLst>
      </pc:sldChg>
      <pc:sldChg chg="modNotes">
        <pc:chgData name="Ben Sherman" userId="B2Z592lpL5s/ObuOB+DIn3zrvTqQrPzfLcooue0z7rE=" providerId="None" clId="Web-{30AC7270-4D60-4E34-ADC1-7910A4FB16E9}" dt="2024-11-04T22:01:03.006" v="243"/>
        <pc:sldMkLst>
          <pc:docMk/>
          <pc:sldMk cId="1064440267" sldId="294"/>
        </pc:sldMkLst>
      </pc:sldChg>
      <pc:sldChg chg="modNotes">
        <pc:chgData name="Ben Sherman" userId="B2Z592lpL5s/ObuOB+DIn3zrvTqQrPzfLcooue0z7rE=" providerId="None" clId="Web-{30AC7270-4D60-4E34-ADC1-7910A4FB16E9}" dt="2024-11-04T23:01:13.751" v="429"/>
        <pc:sldMkLst>
          <pc:docMk/>
          <pc:sldMk cId="1025805518" sldId="309"/>
        </pc:sldMkLst>
      </pc:sldChg>
      <pc:sldChg chg="modSp">
        <pc:chgData name="Ben Sherman" userId="B2Z592lpL5s/ObuOB+DIn3zrvTqQrPzfLcooue0z7rE=" providerId="None" clId="Web-{30AC7270-4D60-4E34-ADC1-7910A4FB16E9}" dt="2024-11-04T22:59:21.439" v="411" actId="20577"/>
        <pc:sldMkLst>
          <pc:docMk/>
          <pc:sldMk cId="3723096449" sldId="310"/>
        </pc:sldMkLst>
        <pc:spChg chg="mod">
          <ac:chgData name="Ben Sherman" userId="B2Z592lpL5s/ObuOB+DIn3zrvTqQrPzfLcooue0z7rE=" providerId="None" clId="Web-{30AC7270-4D60-4E34-ADC1-7910A4FB16E9}" dt="2024-11-04T22:59:21.439" v="411" actId="20577"/>
          <ac:spMkLst>
            <pc:docMk/>
            <pc:sldMk cId="3723096449" sldId="310"/>
            <ac:spMk id="3" creationId="{BC644F39-0BE6-C82D-D117-F6B8F5128E25}"/>
          </ac:spMkLst>
        </pc:spChg>
      </pc:sldChg>
      <pc:sldChg chg="modNotes">
        <pc:chgData name="Ben Sherman" userId="B2Z592lpL5s/ObuOB+DIn3zrvTqQrPzfLcooue0z7rE=" providerId="None" clId="Web-{30AC7270-4D60-4E34-ADC1-7910A4FB16E9}" dt="2024-11-04T23:00:51.829" v="420"/>
        <pc:sldMkLst>
          <pc:docMk/>
          <pc:sldMk cId="1573810746" sldId="312"/>
        </pc:sldMkLst>
      </pc:sldChg>
      <pc:sldChg chg="modNotes">
        <pc:chgData name="Ben Sherman" userId="B2Z592lpL5s/ObuOB+DIn3zrvTqQrPzfLcooue0z7rE=" providerId="None" clId="Web-{30AC7270-4D60-4E34-ADC1-7910A4FB16E9}" dt="2024-11-04T23:01:03.219" v="424"/>
        <pc:sldMkLst>
          <pc:docMk/>
          <pc:sldMk cId="1330307227" sldId="315"/>
        </pc:sldMkLst>
      </pc:sldChg>
      <pc:sldChg chg="modNotes">
        <pc:chgData name="Ben Sherman" userId="B2Z592lpL5s/ObuOB+DIn3zrvTqQrPzfLcooue0z7rE=" providerId="None" clId="Web-{30AC7270-4D60-4E34-ADC1-7910A4FB16E9}" dt="2024-11-04T23:02:26.266" v="433"/>
        <pc:sldMkLst>
          <pc:docMk/>
          <pc:sldMk cId="2128288900" sldId="316"/>
        </pc:sldMkLst>
      </pc:sldChg>
      <pc:sldChg chg="modSp modNotes">
        <pc:chgData name="Ben Sherman" userId="B2Z592lpL5s/ObuOB+DIn3zrvTqQrPzfLcooue0z7rE=" providerId="None" clId="Web-{30AC7270-4D60-4E34-ADC1-7910A4FB16E9}" dt="2024-11-04T23:01:07.563" v="427"/>
        <pc:sldMkLst>
          <pc:docMk/>
          <pc:sldMk cId="601530959" sldId="317"/>
        </pc:sldMkLst>
        <pc:spChg chg="mod">
          <ac:chgData name="Ben Sherman" userId="B2Z592lpL5s/ObuOB+DIn3zrvTqQrPzfLcooue0z7rE=" providerId="None" clId="Web-{30AC7270-4D60-4E34-ADC1-7910A4FB16E9}" dt="2024-11-04T22:32:57.868" v="409" actId="20577"/>
          <ac:spMkLst>
            <pc:docMk/>
            <pc:sldMk cId="601530959" sldId="317"/>
            <ac:spMk id="13" creationId="{20271D48-1867-AB1C-96D4-975ED5AE11CF}"/>
          </ac:spMkLst>
        </pc:spChg>
      </pc:sldChg>
      <pc:sldChg chg="new del">
        <pc:chgData name="Ben Sherman" userId="B2Z592lpL5s/ObuOB+DIn3zrvTqQrPzfLcooue0z7rE=" providerId="None" clId="Web-{30AC7270-4D60-4E34-ADC1-7910A4FB16E9}" dt="2024-11-04T21:24:54.687" v="11"/>
        <pc:sldMkLst>
          <pc:docMk/>
          <pc:sldMk cId="1069231961" sldId="318"/>
        </pc:sldMkLst>
      </pc:sldChg>
      <pc:sldChg chg="modSp add replId">
        <pc:chgData name="Ben Sherman" userId="B2Z592lpL5s/ObuOB+DIn3zrvTqQrPzfLcooue0z7rE=" providerId="None" clId="Web-{30AC7270-4D60-4E34-ADC1-7910A4FB16E9}" dt="2024-11-04T22:18:22.938" v="362"/>
        <pc:sldMkLst>
          <pc:docMk/>
          <pc:sldMk cId="1718777845" sldId="318"/>
        </pc:sldMkLst>
        <pc:spChg chg="mod">
          <ac:chgData name="Ben Sherman" userId="B2Z592lpL5s/ObuOB+DIn3zrvTqQrPzfLcooue0z7rE=" providerId="None" clId="Web-{30AC7270-4D60-4E34-ADC1-7910A4FB16E9}" dt="2024-11-04T22:18:17.266" v="326" actId="20577"/>
          <ac:spMkLst>
            <pc:docMk/>
            <pc:sldMk cId="1718777845" sldId="318"/>
            <ac:spMk id="2" creationId="{C8DDF817-7874-5C02-CECC-4E106A454D5A}"/>
          </ac:spMkLst>
        </pc:spChg>
        <pc:graphicFrameChg chg="mod modGraphic">
          <ac:chgData name="Ben Sherman" userId="B2Z592lpL5s/ObuOB+DIn3zrvTqQrPzfLcooue0z7rE=" providerId="None" clId="Web-{30AC7270-4D60-4E34-ADC1-7910A4FB16E9}" dt="2024-11-04T22:18:22.938" v="362"/>
          <ac:graphicFrameMkLst>
            <pc:docMk/>
            <pc:sldMk cId="1718777845" sldId="318"/>
            <ac:graphicFrameMk id="11" creationId="{DC06441B-86C5-1384-327C-45D72CC0E778}"/>
          </ac:graphicFrameMkLst>
        </pc:graphicFrameChg>
      </pc:sldChg>
      <pc:sldChg chg="modSp add replId">
        <pc:chgData name="Ben Sherman" userId="B2Z592lpL5s/ObuOB+DIn3zrvTqQrPzfLcooue0z7rE=" providerId="None" clId="Web-{30AC7270-4D60-4E34-ADC1-7910A4FB16E9}" dt="2024-11-04T22:20:17.220" v="405"/>
        <pc:sldMkLst>
          <pc:docMk/>
          <pc:sldMk cId="3221483897" sldId="319"/>
        </pc:sldMkLst>
        <pc:spChg chg="mod">
          <ac:chgData name="Ben Sherman" userId="B2Z592lpL5s/ObuOB+DIn3zrvTqQrPzfLcooue0z7rE=" providerId="None" clId="Web-{30AC7270-4D60-4E34-ADC1-7910A4FB16E9}" dt="2024-11-04T22:20:07.158" v="374" actId="1076"/>
          <ac:spMkLst>
            <pc:docMk/>
            <pc:sldMk cId="3221483897" sldId="319"/>
            <ac:spMk id="2" creationId="{C8DDF817-7874-5C02-CECC-4E106A454D5A}"/>
          </ac:spMkLst>
        </pc:spChg>
        <pc:graphicFrameChg chg="mod modGraphic">
          <ac:chgData name="Ben Sherman" userId="B2Z592lpL5s/ObuOB+DIn3zrvTqQrPzfLcooue0z7rE=" providerId="None" clId="Web-{30AC7270-4D60-4E34-ADC1-7910A4FB16E9}" dt="2024-11-04T22:20:17.220" v="405"/>
          <ac:graphicFrameMkLst>
            <pc:docMk/>
            <pc:sldMk cId="3221483897" sldId="319"/>
            <ac:graphicFrameMk id="11" creationId="{DC06441B-86C5-1384-327C-45D72CC0E778}"/>
          </ac:graphicFrameMkLst>
        </pc:graphicFrameChg>
      </pc:sldChg>
    </pc:docChg>
  </pc:docChgLst>
  <pc:docChgLst>
    <pc:chgData name="Ben Sherman" userId="B2Z592lpL5s/ObuOB+DIn3zrvTqQrPzfLcooue0z7rE=" providerId="None" clId="Web-{B1713F0E-07D9-4B61-966A-69C0C77FC2A4}"/>
    <pc:docChg chg="modSld">
      <pc:chgData name="Ben Sherman" userId="B2Z592lpL5s/ObuOB+DIn3zrvTqQrPzfLcooue0z7rE=" providerId="None" clId="Web-{B1713F0E-07D9-4B61-966A-69C0C77FC2A4}" dt="2024-10-28T19:21:49.393" v="83" actId="1076"/>
      <pc:docMkLst>
        <pc:docMk/>
      </pc:docMkLst>
      <pc:sldChg chg="modSp">
        <pc:chgData name="Ben Sherman" userId="B2Z592lpL5s/ObuOB+DIn3zrvTqQrPzfLcooue0z7rE=" providerId="None" clId="Web-{B1713F0E-07D9-4B61-966A-69C0C77FC2A4}" dt="2024-10-28T19:07:16.986" v="52" actId="20577"/>
        <pc:sldMkLst>
          <pc:docMk/>
          <pc:sldMk cId="3951028242" sldId="285"/>
        </pc:sldMkLst>
        <pc:spChg chg="mod">
          <ac:chgData name="Ben Sherman" userId="B2Z592lpL5s/ObuOB+DIn3zrvTqQrPzfLcooue0z7rE=" providerId="None" clId="Web-{B1713F0E-07D9-4B61-966A-69C0C77FC2A4}" dt="2024-10-28T19:07:16.986" v="52" actId="20577"/>
          <ac:spMkLst>
            <pc:docMk/>
            <pc:sldMk cId="3951028242" sldId="285"/>
            <ac:spMk id="3" creationId="{BC644F39-0BE6-C82D-D117-F6B8F5128E25}"/>
          </ac:spMkLst>
        </pc:spChg>
      </pc:sldChg>
      <pc:sldChg chg="addSp modSp">
        <pc:chgData name="Ben Sherman" userId="B2Z592lpL5s/ObuOB+DIn3zrvTqQrPzfLcooue0z7rE=" providerId="None" clId="Web-{B1713F0E-07D9-4B61-966A-69C0C77FC2A4}" dt="2024-10-28T19:21:49.393" v="83" actId="1076"/>
        <pc:sldMkLst>
          <pc:docMk/>
          <pc:sldMk cId="689826214" sldId="291"/>
        </pc:sldMkLst>
        <pc:spChg chg="mod">
          <ac:chgData name="Ben Sherman" userId="B2Z592lpL5s/ObuOB+DIn3zrvTqQrPzfLcooue0z7rE=" providerId="None" clId="Web-{B1713F0E-07D9-4B61-966A-69C0C77FC2A4}" dt="2024-10-28T19:20:21.296" v="64" actId="1076"/>
          <ac:spMkLst>
            <pc:docMk/>
            <pc:sldMk cId="689826214" sldId="291"/>
            <ac:spMk id="3" creationId="{BC644F39-0BE6-C82D-D117-F6B8F5128E25}"/>
          </ac:spMkLst>
        </pc:spChg>
        <pc:spChg chg="mod">
          <ac:chgData name="Ben Sherman" userId="B2Z592lpL5s/ObuOB+DIn3zrvTqQrPzfLcooue0z7rE=" providerId="None" clId="Web-{B1713F0E-07D9-4B61-966A-69C0C77FC2A4}" dt="2024-10-28T19:21:40.018" v="82" actId="1076"/>
          <ac:spMkLst>
            <pc:docMk/>
            <pc:sldMk cId="689826214" sldId="291"/>
            <ac:spMk id="7" creationId="{14883D0C-4763-50CC-2357-DB50044EC245}"/>
          </ac:spMkLst>
        </pc:spChg>
        <pc:spChg chg="mod">
          <ac:chgData name="Ben Sherman" userId="B2Z592lpL5s/ObuOB+DIn3zrvTqQrPzfLcooue0z7rE=" providerId="None" clId="Web-{B1713F0E-07D9-4B61-966A-69C0C77FC2A4}" dt="2024-10-28T19:20:21.296" v="66" actId="1076"/>
          <ac:spMkLst>
            <pc:docMk/>
            <pc:sldMk cId="689826214" sldId="291"/>
            <ac:spMk id="12" creationId="{D52255C4-B020-E737-E635-92975FE07BF8}"/>
          </ac:spMkLst>
        </pc:spChg>
        <pc:picChg chg="add mod">
          <ac:chgData name="Ben Sherman" userId="B2Z592lpL5s/ObuOB+DIn3zrvTqQrPzfLcooue0z7rE=" providerId="None" clId="Web-{B1713F0E-07D9-4B61-966A-69C0C77FC2A4}" dt="2024-10-28T19:20:21.312" v="68" actId="1076"/>
          <ac:picMkLst>
            <pc:docMk/>
            <pc:sldMk cId="689826214" sldId="291"/>
            <ac:picMk id="5" creationId="{A33B93D2-3FF5-83E9-CA6C-0825E87F1742}"/>
          </ac:picMkLst>
        </pc:picChg>
        <pc:picChg chg="add mod">
          <ac:chgData name="Ben Sherman" userId="B2Z592lpL5s/ObuOB+DIn3zrvTqQrPzfLcooue0z7rE=" providerId="None" clId="Web-{B1713F0E-07D9-4B61-966A-69C0C77FC2A4}" dt="2024-10-28T19:20:21.327" v="69" actId="1076"/>
          <ac:picMkLst>
            <pc:docMk/>
            <pc:sldMk cId="689826214" sldId="291"/>
            <ac:picMk id="6" creationId="{0D6B1B63-C6BF-5E26-94F4-8A097BD2246C}"/>
          </ac:picMkLst>
        </pc:picChg>
        <pc:picChg chg="mod">
          <ac:chgData name="Ben Sherman" userId="B2Z592lpL5s/ObuOB+DIn3zrvTqQrPzfLcooue0z7rE=" providerId="None" clId="Web-{B1713F0E-07D9-4B61-966A-69C0C77FC2A4}" dt="2024-10-28T19:20:21.296" v="65" actId="1076"/>
          <ac:picMkLst>
            <pc:docMk/>
            <pc:sldMk cId="689826214" sldId="291"/>
            <ac:picMk id="10" creationId="{C1FA05EA-1DF4-123D-F533-3A0881FC57F0}"/>
          </ac:picMkLst>
        </pc:picChg>
        <pc:picChg chg="mod">
          <ac:chgData name="Ben Sherman" userId="B2Z592lpL5s/ObuOB+DIn3zrvTqQrPzfLcooue0z7rE=" providerId="None" clId="Web-{B1713F0E-07D9-4B61-966A-69C0C77FC2A4}" dt="2024-10-28T19:20:21.312" v="67" actId="1076"/>
          <ac:picMkLst>
            <pc:docMk/>
            <pc:sldMk cId="689826214" sldId="291"/>
            <ac:picMk id="13" creationId="{8B08FEC1-7579-D490-EA2A-3A07A8FCDE68}"/>
          </ac:picMkLst>
        </pc:picChg>
      </pc:sldChg>
    </pc:docChg>
  </pc:docChgLst>
  <pc:docChgLst>
    <pc:chgData name="Lauric Brown" userId="JfC5AM8avzTEBZQp3msu59NYsdP65YLa5l6ezRiCRh8=" providerId="None" clId="Web-{0E113052-D8E8-4090-9AE8-84E4E3E7ADE9}"/>
    <pc:docChg chg="addSld delSld modSld">
      <pc:chgData name="Lauric Brown" userId="JfC5AM8avzTEBZQp3msu59NYsdP65YLa5l6ezRiCRh8=" providerId="None" clId="Web-{0E113052-D8E8-4090-9AE8-84E4E3E7ADE9}" dt="2024-10-25T22:12:19.080" v="723" actId="20577"/>
      <pc:docMkLst>
        <pc:docMk/>
      </pc:docMkLst>
      <pc:sldChg chg="del">
        <pc:chgData name="Lauric Brown" userId="JfC5AM8avzTEBZQp3msu59NYsdP65YLa5l6ezRiCRh8=" providerId="None" clId="Web-{0E113052-D8E8-4090-9AE8-84E4E3E7ADE9}" dt="2024-10-25T22:10:40.422" v="722"/>
        <pc:sldMkLst>
          <pc:docMk/>
          <pc:sldMk cId="1966279469" sldId="272"/>
        </pc:sldMkLst>
      </pc:sldChg>
      <pc:sldChg chg="modSp new">
        <pc:chgData name="Lauric Brown" userId="JfC5AM8avzTEBZQp3msu59NYsdP65YLa5l6ezRiCRh8=" providerId="None" clId="Web-{0E113052-D8E8-4090-9AE8-84E4E3E7ADE9}" dt="2024-10-25T21:42:30.435" v="167" actId="20577"/>
        <pc:sldMkLst>
          <pc:docMk/>
          <pc:sldMk cId="3668899520" sldId="298"/>
        </pc:sldMkLst>
      </pc:sldChg>
      <pc:sldChg chg="modSp new">
        <pc:chgData name="Lauric Brown" userId="JfC5AM8avzTEBZQp3msu59NYsdP65YLa5l6ezRiCRh8=" providerId="None" clId="Web-{0E113052-D8E8-4090-9AE8-84E4E3E7ADE9}" dt="2024-10-25T21:52:15.885" v="444" actId="20577"/>
        <pc:sldMkLst>
          <pc:docMk/>
          <pc:sldMk cId="1171928609" sldId="299"/>
        </pc:sldMkLst>
      </pc:sldChg>
      <pc:sldChg chg="modSp new">
        <pc:chgData name="Lauric Brown" userId="JfC5AM8avzTEBZQp3msu59NYsdP65YLa5l6ezRiCRh8=" providerId="None" clId="Web-{0E113052-D8E8-4090-9AE8-84E4E3E7ADE9}" dt="2024-10-25T21:52:43.104" v="446" actId="20577"/>
        <pc:sldMkLst>
          <pc:docMk/>
          <pc:sldMk cId="2558015566" sldId="300"/>
        </pc:sldMkLst>
      </pc:sldChg>
      <pc:sldChg chg="modSp new">
        <pc:chgData name="Lauric Brown" userId="JfC5AM8avzTEBZQp3msu59NYsdP65YLa5l6ezRiCRh8=" providerId="None" clId="Web-{0E113052-D8E8-4090-9AE8-84E4E3E7ADE9}" dt="2024-10-25T22:12:19.080" v="723" actId="20577"/>
        <pc:sldMkLst>
          <pc:docMk/>
          <pc:sldMk cId="4174597637" sldId="301"/>
        </pc:sldMkLst>
      </pc:sldChg>
    </pc:docChg>
  </pc:docChgLst>
  <pc:docChgLst>
    <pc:chgData name="Trace Shafer" userId="XrbJnax0RagH4bMr75mmHnJqJ15V3xLAIGES0Lm1IU4=" providerId="None" clId="Web-{518BB28D-FD60-45ED-998F-B0F5596B893A}"/>
    <pc:docChg chg="addSld modSld">
      <pc:chgData name="Trace Shafer" userId="XrbJnax0RagH4bMr75mmHnJqJ15V3xLAIGES0Lm1IU4=" providerId="None" clId="Web-{518BB28D-FD60-45ED-998F-B0F5596B893A}" dt="2024-11-08T17:11:14.708" v="296" actId="20577"/>
      <pc:docMkLst>
        <pc:docMk/>
      </pc:docMkLst>
      <pc:sldChg chg="delSp modSp add replId">
        <pc:chgData name="Trace Shafer" userId="XrbJnax0RagH4bMr75mmHnJqJ15V3xLAIGES0Lm1IU4=" providerId="None" clId="Web-{518BB28D-FD60-45ED-998F-B0F5596B893A}" dt="2024-11-08T17:11:14.708" v="296" actId="20577"/>
        <pc:sldMkLst>
          <pc:docMk/>
          <pc:sldMk cId="1986397796" sldId="321"/>
        </pc:sldMkLst>
        <pc:spChg chg="mod">
          <ac:chgData name="Trace Shafer" userId="XrbJnax0RagH4bMr75mmHnJqJ15V3xLAIGES0Lm1IU4=" providerId="None" clId="Web-{518BB28D-FD60-45ED-998F-B0F5596B893A}" dt="2024-11-08T16:50:16.250" v="6" actId="20577"/>
          <ac:spMkLst>
            <pc:docMk/>
            <pc:sldMk cId="1986397796" sldId="321"/>
            <ac:spMk id="2" creationId="{C8DDF817-7874-5C02-CECC-4E106A454D5A}"/>
          </ac:spMkLst>
        </pc:spChg>
        <pc:spChg chg="mod">
          <ac:chgData name="Trace Shafer" userId="XrbJnax0RagH4bMr75mmHnJqJ15V3xLAIGES0Lm1IU4=" providerId="None" clId="Web-{518BB28D-FD60-45ED-998F-B0F5596B893A}" dt="2024-11-08T17:11:14.708" v="296" actId="20577"/>
          <ac:spMkLst>
            <pc:docMk/>
            <pc:sldMk cId="1986397796" sldId="321"/>
            <ac:spMk id="7" creationId="{7B5C9DD1-BAE5-C341-4032-85CDDDB8222F}"/>
          </ac:spMkLst>
        </pc:spChg>
        <pc:spChg chg="del">
          <ac:chgData name="Trace Shafer" userId="XrbJnax0RagH4bMr75mmHnJqJ15V3xLAIGES0Lm1IU4=" providerId="None" clId="Web-{518BB28D-FD60-45ED-998F-B0F5596B893A}" dt="2024-11-08T16:52:56.061" v="15"/>
          <ac:spMkLst>
            <pc:docMk/>
            <pc:sldMk cId="1986397796" sldId="321"/>
            <ac:spMk id="11" creationId="{45036ACE-ABF6-7F4A-82F3-72DEF15AB1EF}"/>
          </ac:spMkLst>
        </pc:spChg>
        <pc:spChg chg="del mod">
          <ac:chgData name="Trace Shafer" userId="XrbJnax0RagH4bMr75mmHnJqJ15V3xLAIGES0Lm1IU4=" providerId="None" clId="Web-{518BB28D-FD60-45ED-998F-B0F5596B893A}" dt="2024-11-08T16:50:28.094" v="13"/>
          <ac:spMkLst>
            <pc:docMk/>
            <pc:sldMk cId="1986397796" sldId="321"/>
            <ac:spMk id="16" creationId="{ACAF3ED8-6D80-F575-59AF-4E155186A6E3}"/>
          </ac:spMkLst>
        </pc:spChg>
        <pc:picChg chg="del">
          <ac:chgData name="Trace Shafer" userId="XrbJnax0RagH4bMr75mmHnJqJ15V3xLAIGES0Lm1IU4=" providerId="None" clId="Web-{518BB28D-FD60-45ED-998F-B0F5596B893A}" dt="2024-11-08T16:50:22.234" v="11"/>
          <ac:picMkLst>
            <pc:docMk/>
            <pc:sldMk cId="1986397796" sldId="321"/>
            <ac:picMk id="3" creationId="{1CF49D2A-0DDF-BB60-1B79-028AB536FCE9}"/>
          </ac:picMkLst>
        </pc:picChg>
        <pc:picChg chg="del">
          <ac:chgData name="Trace Shafer" userId="XrbJnax0RagH4bMr75mmHnJqJ15V3xLAIGES0Lm1IU4=" providerId="None" clId="Web-{518BB28D-FD60-45ED-998F-B0F5596B893A}" dt="2024-11-08T16:50:21.422" v="10"/>
          <ac:picMkLst>
            <pc:docMk/>
            <pc:sldMk cId="1986397796" sldId="321"/>
            <ac:picMk id="5" creationId="{E97BE71B-BDBD-89D6-5CE2-E890DB9B7E32}"/>
          </ac:picMkLst>
        </pc:picChg>
        <pc:picChg chg="del">
          <ac:chgData name="Trace Shafer" userId="XrbJnax0RagH4bMr75mmHnJqJ15V3xLAIGES0Lm1IU4=" providerId="None" clId="Web-{518BB28D-FD60-45ED-998F-B0F5596B893A}" dt="2024-11-08T16:50:18" v="7"/>
          <ac:picMkLst>
            <pc:docMk/>
            <pc:sldMk cId="1986397796" sldId="321"/>
            <ac:picMk id="8" creationId="{DD67DD7F-6FE4-620F-E4C8-7FA9A9D0F74F}"/>
          </ac:picMkLst>
        </pc:picChg>
        <pc:picChg chg="del">
          <ac:chgData name="Trace Shafer" userId="XrbJnax0RagH4bMr75mmHnJqJ15V3xLAIGES0Lm1IU4=" providerId="None" clId="Web-{518BB28D-FD60-45ED-998F-B0F5596B893A}" dt="2024-11-08T16:50:20.172" v="9"/>
          <ac:picMkLst>
            <pc:docMk/>
            <pc:sldMk cId="1986397796" sldId="321"/>
            <ac:picMk id="9" creationId="{AF10B70B-24C9-37AA-89BC-0F1D369467FD}"/>
          </ac:picMkLst>
        </pc:picChg>
        <pc:picChg chg="del">
          <ac:chgData name="Trace Shafer" userId="XrbJnax0RagH4bMr75mmHnJqJ15V3xLAIGES0Lm1IU4=" providerId="None" clId="Web-{518BB28D-FD60-45ED-998F-B0F5596B893A}" dt="2024-11-08T16:50:19.281" v="8"/>
          <ac:picMkLst>
            <pc:docMk/>
            <pc:sldMk cId="1986397796" sldId="321"/>
            <ac:picMk id="14" creationId="{67E9E823-2EB1-B6E9-12DB-285811459F13}"/>
          </ac:picMkLst>
        </pc:picChg>
      </pc:sldChg>
    </pc:docChg>
  </pc:docChgLst>
  <pc:docChgLst>
    <pc:chgData name="Trace Shafer" userId="XrbJnax0RagH4bMr75mmHnJqJ15V3xLAIGES0Lm1IU4=" providerId="None" clId="Web-{166D82E5-3401-4455-9AC8-440FFA4F9AA1}"/>
    <pc:docChg chg="modSld">
      <pc:chgData name="Trace Shafer" userId="XrbJnax0RagH4bMr75mmHnJqJ15V3xLAIGES0Lm1IU4=" providerId="None" clId="Web-{166D82E5-3401-4455-9AC8-440FFA4F9AA1}" dt="2024-10-30T22:02:48.890" v="459" actId="20577"/>
      <pc:docMkLst>
        <pc:docMk/>
      </pc:docMkLst>
      <pc:sldChg chg="modSp">
        <pc:chgData name="Trace Shafer" userId="XrbJnax0RagH4bMr75mmHnJqJ15V3xLAIGES0Lm1IU4=" providerId="None" clId="Web-{166D82E5-3401-4455-9AC8-440FFA4F9AA1}" dt="2024-10-30T22:02:48.890" v="459" actId="20577"/>
        <pc:sldMkLst>
          <pc:docMk/>
          <pc:sldMk cId="2078996173" sldId="265"/>
        </pc:sldMkLst>
        <pc:spChg chg="mod">
          <ac:chgData name="Trace Shafer" userId="XrbJnax0RagH4bMr75mmHnJqJ15V3xLAIGES0Lm1IU4=" providerId="None" clId="Web-{166D82E5-3401-4455-9AC8-440FFA4F9AA1}" dt="2024-10-30T22:02:48.890" v="459" actId="20577"/>
          <ac:spMkLst>
            <pc:docMk/>
            <pc:sldMk cId="2078996173" sldId="265"/>
            <ac:spMk id="3" creationId="{BC644F39-0BE6-C82D-D117-F6B8F5128E25}"/>
          </ac:spMkLst>
        </pc:spChg>
        <pc:spChg chg="mod">
          <ac:chgData name="Trace Shafer" userId="XrbJnax0RagH4bMr75mmHnJqJ15V3xLAIGES0Lm1IU4=" providerId="None" clId="Web-{166D82E5-3401-4455-9AC8-440FFA4F9AA1}" dt="2024-10-30T21:00:57.030" v="84" actId="14100"/>
          <ac:spMkLst>
            <pc:docMk/>
            <pc:sldMk cId="2078996173" sldId="265"/>
            <ac:spMk id="4" creationId="{F5EE45BC-442F-5537-C66D-03218DAAC248}"/>
          </ac:spMkLst>
        </pc:spChg>
      </pc:sldChg>
      <pc:sldChg chg="addSp delSp">
        <pc:chgData name="Trace Shafer" userId="XrbJnax0RagH4bMr75mmHnJqJ15V3xLAIGES0Lm1IU4=" providerId="None" clId="Web-{166D82E5-3401-4455-9AC8-440FFA4F9AA1}" dt="2024-10-30T21:18:00.715" v="155"/>
        <pc:sldMkLst>
          <pc:docMk/>
          <pc:sldMk cId="2363649107" sldId="266"/>
        </pc:sldMkLst>
        <pc:picChg chg="add del">
          <ac:chgData name="Trace Shafer" userId="XrbJnax0RagH4bMr75mmHnJqJ15V3xLAIGES0Lm1IU4=" providerId="None" clId="Web-{166D82E5-3401-4455-9AC8-440FFA4F9AA1}" dt="2024-10-30T21:18:00.715" v="155"/>
          <ac:picMkLst>
            <pc:docMk/>
            <pc:sldMk cId="2363649107" sldId="266"/>
            <ac:picMk id="3" creationId="{1CF49D2A-0DDF-BB60-1B79-028AB536FCE9}"/>
          </ac:picMkLst>
        </pc:picChg>
      </pc:sldChg>
      <pc:sldChg chg="modSp">
        <pc:chgData name="Trace Shafer" userId="XrbJnax0RagH4bMr75mmHnJqJ15V3xLAIGES0Lm1IU4=" providerId="None" clId="Web-{166D82E5-3401-4455-9AC8-440FFA4F9AA1}" dt="2024-10-30T21:01:00.640" v="85" actId="14100"/>
        <pc:sldMkLst>
          <pc:docMk/>
          <pc:sldMk cId="3637098639" sldId="279"/>
        </pc:sldMkLst>
        <pc:spChg chg="mod">
          <ac:chgData name="Trace Shafer" userId="XrbJnax0RagH4bMr75mmHnJqJ15V3xLAIGES0Lm1IU4=" providerId="None" clId="Web-{166D82E5-3401-4455-9AC8-440FFA4F9AA1}" dt="2024-10-30T21:01:00.640" v="85" actId="14100"/>
          <ac:spMkLst>
            <pc:docMk/>
            <pc:sldMk cId="3637098639" sldId="279"/>
            <ac:spMk id="7" creationId="{40706A19-F129-EC63-121A-850A532D9F37}"/>
          </ac:spMkLst>
        </pc:spChg>
      </pc:sldChg>
      <pc:sldChg chg="modSp">
        <pc:chgData name="Trace Shafer" userId="XrbJnax0RagH4bMr75mmHnJqJ15V3xLAIGES0Lm1IU4=" providerId="None" clId="Web-{166D82E5-3401-4455-9AC8-440FFA4F9AA1}" dt="2024-10-30T21:00:44.264" v="81" actId="14100"/>
        <pc:sldMkLst>
          <pc:docMk/>
          <pc:sldMk cId="689826214" sldId="291"/>
        </pc:sldMkLst>
        <pc:spChg chg="mod">
          <ac:chgData name="Trace Shafer" userId="XrbJnax0RagH4bMr75mmHnJqJ15V3xLAIGES0Lm1IU4=" providerId="None" clId="Web-{166D82E5-3401-4455-9AC8-440FFA4F9AA1}" dt="2024-10-30T21:00:44.264" v="81" actId="14100"/>
          <ac:spMkLst>
            <pc:docMk/>
            <pc:sldMk cId="689826214" sldId="291"/>
            <ac:spMk id="4" creationId="{F5EE45BC-442F-5537-C66D-03218DAAC248}"/>
          </ac:spMkLst>
        </pc:spChg>
      </pc:sldChg>
      <pc:sldChg chg="addSp modSp">
        <pc:chgData name="Trace Shafer" userId="XrbJnax0RagH4bMr75mmHnJqJ15V3xLAIGES0Lm1IU4=" providerId="None" clId="Web-{166D82E5-3401-4455-9AC8-440FFA4F9AA1}" dt="2024-10-30T21:58:00.589" v="441" actId="1076"/>
        <pc:sldMkLst>
          <pc:docMk/>
          <pc:sldMk cId="667090264" sldId="292"/>
        </pc:sldMkLst>
        <pc:spChg chg="mod">
          <ac:chgData name="Trace Shafer" userId="XrbJnax0RagH4bMr75mmHnJqJ15V3xLAIGES0Lm1IU4=" providerId="None" clId="Web-{166D82E5-3401-4455-9AC8-440FFA4F9AA1}" dt="2024-10-30T21:57:52.871" v="438" actId="20577"/>
          <ac:spMkLst>
            <pc:docMk/>
            <pc:sldMk cId="667090264" sldId="292"/>
            <ac:spMk id="3" creationId="{BC644F39-0BE6-C82D-D117-F6B8F5128E25}"/>
          </ac:spMkLst>
        </pc:spChg>
        <pc:spChg chg="mod">
          <ac:chgData name="Trace Shafer" userId="XrbJnax0RagH4bMr75mmHnJqJ15V3xLAIGES0Lm1IU4=" providerId="None" clId="Web-{166D82E5-3401-4455-9AC8-440FFA4F9AA1}" dt="2024-10-30T21:00:37.717" v="80" actId="14100"/>
          <ac:spMkLst>
            <pc:docMk/>
            <pc:sldMk cId="667090264" sldId="292"/>
            <ac:spMk id="4" creationId="{F5EE45BC-442F-5537-C66D-03218DAAC248}"/>
          </ac:spMkLst>
        </pc:spChg>
        <pc:picChg chg="add mod">
          <ac:chgData name="Trace Shafer" userId="XrbJnax0RagH4bMr75mmHnJqJ15V3xLAIGES0Lm1IU4=" providerId="None" clId="Web-{166D82E5-3401-4455-9AC8-440FFA4F9AA1}" dt="2024-10-30T21:48:20.473" v="424" actId="1076"/>
          <ac:picMkLst>
            <pc:docMk/>
            <pc:sldMk cId="667090264" sldId="292"/>
            <ac:picMk id="13" creationId="{10EF40C0-BF1C-F895-7191-D170DF2D49EA}"/>
          </ac:picMkLst>
        </pc:picChg>
        <pc:picChg chg="mod">
          <ac:chgData name="Trace Shafer" userId="XrbJnax0RagH4bMr75mmHnJqJ15V3xLAIGES0Lm1IU4=" providerId="None" clId="Web-{166D82E5-3401-4455-9AC8-440FFA4F9AA1}" dt="2024-10-30T21:57:56.199" v="439" actId="1076"/>
          <ac:picMkLst>
            <pc:docMk/>
            <pc:sldMk cId="667090264" sldId="292"/>
            <ac:picMk id="15" creationId="{493482AC-F11D-8081-2F9E-4CFD26940530}"/>
          </ac:picMkLst>
        </pc:picChg>
        <pc:picChg chg="mod">
          <ac:chgData name="Trace Shafer" userId="XrbJnax0RagH4bMr75mmHnJqJ15V3xLAIGES0Lm1IU4=" providerId="None" clId="Web-{166D82E5-3401-4455-9AC8-440FFA4F9AA1}" dt="2024-10-30T21:58:00.589" v="441" actId="1076"/>
          <ac:picMkLst>
            <pc:docMk/>
            <pc:sldMk cId="667090264" sldId="292"/>
            <ac:picMk id="18" creationId="{D96B1EA7-FE49-70A5-1448-CE0DB3619D35}"/>
          </ac:picMkLst>
        </pc:picChg>
      </pc:sldChg>
      <pc:sldChg chg="modSp">
        <pc:chgData name="Trace Shafer" userId="XrbJnax0RagH4bMr75mmHnJqJ15V3xLAIGES0Lm1IU4=" providerId="None" clId="Web-{166D82E5-3401-4455-9AC8-440FFA4F9AA1}" dt="2024-10-30T21:00:48.717" v="82" actId="14100"/>
        <pc:sldMkLst>
          <pc:docMk/>
          <pc:sldMk cId="2844018199" sldId="293"/>
        </pc:sldMkLst>
        <pc:spChg chg="mod">
          <ac:chgData name="Trace Shafer" userId="XrbJnax0RagH4bMr75mmHnJqJ15V3xLAIGES0Lm1IU4=" providerId="None" clId="Web-{166D82E5-3401-4455-9AC8-440FFA4F9AA1}" dt="2024-10-30T21:00:48.717" v="82" actId="14100"/>
          <ac:spMkLst>
            <pc:docMk/>
            <pc:sldMk cId="2844018199" sldId="293"/>
            <ac:spMk id="4" creationId="{F5EE45BC-442F-5537-C66D-03218DAAC248}"/>
          </ac:spMkLst>
        </pc:spChg>
      </pc:sldChg>
      <pc:sldChg chg="modSp">
        <pc:chgData name="Trace Shafer" userId="XrbJnax0RagH4bMr75mmHnJqJ15V3xLAIGES0Lm1IU4=" providerId="None" clId="Web-{166D82E5-3401-4455-9AC8-440FFA4F9AA1}" dt="2024-10-30T21:00:53.718" v="83" actId="14100"/>
        <pc:sldMkLst>
          <pc:docMk/>
          <pc:sldMk cId="1064440267" sldId="294"/>
        </pc:sldMkLst>
        <pc:spChg chg="mod">
          <ac:chgData name="Trace Shafer" userId="XrbJnax0RagH4bMr75mmHnJqJ15V3xLAIGES0Lm1IU4=" providerId="None" clId="Web-{166D82E5-3401-4455-9AC8-440FFA4F9AA1}" dt="2024-10-30T21:00:53.718" v="83" actId="14100"/>
          <ac:spMkLst>
            <pc:docMk/>
            <pc:sldMk cId="1064440267" sldId="294"/>
            <ac:spMk id="4" creationId="{F5EE45BC-442F-5537-C66D-03218DAAC248}"/>
          </ac:spMkLst>
        </pc:spChg>
      </pc:sldChg>
      <pc:sldChg chg="modSp">
        <pc:chgData name="Trace Shafer" userId="XrbJnax0RagH4bMr75mmHnJqJ15V3xLAIGES0Lm1IU4=" providerId="None" clId="Web-{166D82E5-3401-4455-9AC8-440FFA4F9AA1}" dt="2024-10-30T21:32:08.585" v="157" actId="20577"/>
        <pc:sldMkLst>
          <pc:docMk/>
          <pc:sldMk cId="3323203026" sldId="295"/>
        </pc:sldMkLst>
        <pc:spChg chg="mod">
          <ac:chgData name="Trace Shafer" userId="XrbJnax0RagH4bMr75mmHnJqJ15V3xLAIGES0Lm1IU4=" providerId="None" clId="Web-{166D82E5-3401-4455-9AC8-440FFA4F9AA1}" dt="2024-10-30T21:32:08.585" v="157" actId="20577"/>
          <ac:spMkLst>
            <pc:docMk/>
            <pc:sldMk cId="3323203026" sldId="295"/>
            <ac:spMk id="3" creationId="{BC644F39-0BE6-C82D-D117-F6B8F5128E25}"/>
          </ac:spMkLst>
        </pc:spChg>
      </pc:sldChg>
    </pc:docChg>
  </pc:docChgLst>
  <pc:docChgLst>
    <pc:chgData name="Trace Shafer" userId="XrbJnax0RagH4bMr75mmHnJqJ15V3xLAIGES0Lm1IU4=" providerId="None" clId="Web-{26DCA8BD-D69E-4BBC-98ED-A7110E1FB964}"/>
    <pc:docChg chg="addSld delSld modSld sldOrd">
      <pc:chgData name="Trace Shafer" userId="XrbJnax0RagH4bMr75mmHnJqJ15V3xLAIGES0Lm1IU4=" providerId="None" clId="Web-{26DCA8BD-D69E-4BBC-98ED-A7110E1FB964}" dt="2024-10-28T22:30:23.094" v="577" actId="1076"/>
      <pc:docMkLst>
        <pc:docMk/>
      </pc:docMkLst>
      <pc:sldChg chg="modSp">
        <pc:chgData name="Trace Shafer" userId="XrbJnax0RagH4bMr75mmHnJqJ15V3xLAIGES0Lm1IU4=" providerId="None" clId="Web-{26DCA8BD-D69E-4BBC-98ED-A7110E1FB964}" dt="2024-10-28T21:57:18.202" v="563" actId="20577"/>
        <pc:sldMkLst>
          <pc:docMk/>
          <pc:sldMk cId="114823298" sldId="262"/>
        </pc:sldMkLst>
        <pc:spChg chg="mod">
          <ac:chgData name="Trace Shafer" userId="XrbJnax0RagH4bMr75mmHnJqJ15V3xLAIGES0Lm1IU4=" providerId="None" clId="Web-{26DCA8BD-D69E-4BBC-98ED-A7110E1FB964}" dt="2024-10-28T21:57:18.202" v="563" actId="20577"/>
          <ac:spMkLst>
            <pc:docMk/>
            <pc:sldMk cId="114823298" sldId="262"/>
            <ac:spMk id="3" creationId="{BC644F39-0BE6-C82D-D117-F6B8F5128E25}"/>
          </ac:spMkLst>
        </pc:spChg>
      </pc:sldChg>
      <pc:sldChg chg="modSp del">
        <pc:chgData name="Trace Shafer" userId="XrbJnax0RagH4bMr75mmHnJqJ15V3xLAIGES0Lm1IU4=" providerId="None" clId="Web-{26DCA8BD-D69E-4BBC-98ED-A7110E1FB964}" dt="2024-10-28T20:27:03.594" v="20"/>
        <pc:sldMkLst>
          <pc:docMk/>
          <pc:sldMk cId="4034373627" sldId="264"/>
        </pc:sldMkLst>
      </pc:sldChg>
      <pc:sldChg chg="modSp">
        <pc:chgData name="Trace Shafer" userId="XrbJnax0RagH4bMr75mmHnJqJ15V3xLAIGES0Lm1IU4=" providerId="None" clId="Web-{26DCA8BD-D69E-4BBC-98ED-A7110E1FB964}" dt="2024-10-28T20:25:56.886" v="15" actId="20577"/>
        <pc:sldMkLst>
          <pc:docMk/>
          <pc:sldMk cId="1461588359" sldId="269"/>
        </pc:sldMkLst>
        <pc:spChg chg="mod">
          <ac:chgData name="Trace Shafer" userId="XrbJnax0RagH4bMr75mmHnJqJ15V3xLAIGES0Lm1IU4=" providerId="None" clId="Web-{26DCA8BD-D69E-4BBC-98ED-A7110E1FB964}" dt="2024-10-28T20:25:56.886" v="15" actId="20577"/>
          <ac:spMkLst>
            <pc:docMk/>
            <pc:sldMk cId="1461588359" sldId="269"/>
            <ac:spMk id="3" creationId="{BC644F39-0BE6-C82D-D117-F6B8F5128E25}"/>
          </ac:spMkLst>
        </pc:spChg>
      </pc:sldChg>
      <pc:sldChg chg="addSp delSp modSp">
        <pc:chgData name="Trace Shafer" userId="XrbJnax0RagH4bMr75mmHnJqJ15V3xLAIGES0Lm1IU4=" providerId="None" clId="Web-{26DCA8BD-D69E-4BBC-98ED-A7110E1FB964}" dt="2024-10-28T22:30:23.094" v="577" actId="1076"/>
        <pc:sldMkLst>
          <pc:docMk/>
          <pc:sldMk cId="2692427565" sldId="281"/>
        </pc:sldMkLst>
      </pc:sldChg>
      <pc:sldChg chg="modSp">
        <pc:chgData name="Trace Shafer" userId="XrbJnax0RagH4bMr75mmHnJqJ15V3xLAIGES0Lm1IU4=" providerId="None" clId="Web-{26DCA8BD-D69E-4BBC-98ED-A7110E1FB964}" dt="2024-10-28T21:39:26.112" v="370"/>
        <pc:sldMkLst>
          <pc:docMk/>
          <pc:sldMk cId="1450780681" sldId="290"/>
        </pc:sldMkLst>
      </pc:sldChg>
      <pc:sldChg chg="del">
        <pc:chgData name="Trace Shafer" userId="XrbJnax0RagH4bMr75mmHnJqJ15V3xLAIGES0Lm1IU4=" providerId="None" clId="Web-{26DCA8BD-D69E-4BBC-98ED-A7110E1FB964}" dt="2024-10-28T20:56:01.057" v="255"/>
        <pc:sldMkLst>
          <pc:docMk/>
          <pc:sldMk cId="1171928609" sldId="299"/>
        </pc:sldMkLst>
      </pc:sldChg>
      <pc:sldChg chg="del">
        <pc:chgData name="Trace Shafer" userId="XrbJnax0RagH4bMr75mmHnJqJ15V3xLAIGES0Lm1IU4=" providerId="None" clId="Web-{26DCA8BD-D69E-4BBC-98ED-A7110E1FB964}" dt="2024-10-28T20:50:36.613" v="157"/>
        <pc:sldMkLst>
          <pc:docMk/>
          <pc:sldMk cId="2558015566" sldId="300"/>
        </pc:sldMkLst>
      </pc:sldChg>
      <pc:sldChg chg="del">
        <pc:chgData name="Trace Shafer" userId="XrbJnax0RagH4bMr75mmHnJqJ15V3xLAIGES0Lm1IU4=" providerId="None" clId="Web-{26DCA8BD-D69E-4BBC-98ED-A7110E1FB964}" dt="2024-10-28T20:54:16.753" v="230"/>
        <pc:sldMkLst>
          <pc:docMk/>
          <pc:sldMk cId="4174597637" sldId="301"/>
        </pc:sldMkLst>
      </pc:sldChg>
      <pc:sldChg chg="del">
        <pc:chgData name="Trace Shafer" userId="XrbJnax0RagH4bMr75mmHnJqJ15V3xLAIGES0Lm1IU4=" providerId="None" clId="Web-{26DCA8BD-D69E-4BBC-98ED-A7110E1FB964}" dt="2024-10-28T20:51:39.477" v="211"/>
        <pc:sldMkLst>
          <pc:docMk/>
          <pc:sldMk cId="4283836796" sldId="302"/>
        </pc:sldMkLst>
      </pc:sldChg>
      <pc:sldChg chg="modSp del">
        <pc:chgData name="Trace Shafer" userId="XrbJnax0RagH4bMr75mmHnJqJ15V3xLAIGES0Lm1IU4=" providerId="None" clId="Web-{26DCA8BD-D69E-4BBC-98ED-A7110E1FB964}" dt="2024-10-28T20:48:48.121" v="147"/>
        <pc:sldMkLst>
          <pc:docMk/>
          <pc:sldMk cId="1553324056" sldId="303"/>
        </pc:sldMkLst>
      </pc:sldChg>
      <pc:sldChg chg="modSp">
        <pc:chgData name="Trace Shafer" userId="XrbJnax0RagH4bMr75mmHnJqJ15V3xLAIGES0Lm1IU4=" providerId="None" clId="Web-{26DCA8BD-D69E-4BBC-98ED-A7110E1FB964}" dt="2024-10-28T21:44:08.366" v="507" actId="20577"/>
        <pc:sldMkLst>
          <pc:docMk/>
          <pc:sldMk cId="2418643118" sldId="304"/>
        </pc:sldMkLst>
        <pc:spChg chg="mod">
          <ac:chgData name="Trace Shafer" userId="XrbJnax0RagH4bMr75mmHnJqJ15V3xLAIGES0Lm1IU4=" providerId="None" clId="Web-{26DCA8BD-D69E-4BBC-98ED-A7110E1FB964}" dt="2024-10-28T21:42:24.297" v="460" actId="20577"/>
          <ac:spMkLst>
            <pc:docMk/>
            <pc:sldMk cId="2418643118" sldId="304"/>
            <ac:spMk id="9" creationId="{FCE527FF-7CCA-DE2E-17AD-88A3B944D195}"/>
          </ac:spMkLst>
        </pc:spChg>
        <pc:spChg chg="mod">
          <ac:chgData name="Trace Shafer" userId="XrbJnax0RagH4bMr75mmHnJqJ15V3xLAIGES0Lm1IU4=" providerId="None" clId="Web-{26DCA8BD-D69E-4BBC-98ED-A7110E1FB964}" dt="2024-10-28T21:44:08.366" v="507" actId="20577"/>
          <ac:spMkLst>
            <pc:docMk/>
            <pc:sldMk cId="2418643118" sldId="304"/>
            <ac:spMk id="11" creationId="{C10B06FB-9666-0215-1DB2-75EEC61200C3}"/>
          </ac:spMkLst>
        </pc:spChg>
      </pc:sldChg>
      <pc:sldChg chg="modSp add ord replId">
        <pc:chgData name="Trace Shafer" userId="XrbJnax0RagH4bMr75mmHnJqJ15V3xLAIGES0Lm1IU4=" providerId="None" clId="Web-{26DCA8BD-D69E-4BBC-98ED-A7110E1FB964}" dt="2024-10-28T21:43:20.800" v="505" actId="20577"/>
        <pc:sldMkLst>
          <pc:docMk/>
          <pc:sldMk cId="1019061658" sldId="305"/>
        </pc:sldMkLst>
        <pc:spChg chg="mod">
          <ac:chgData name="Trace Shafer" userId="XrbJnax0RagH4bMr75mmHnJqJ15V3xLAIGES0Lm1IU4=" providerId="None" clId="Web-{26DCA8BD-D69E-4BBC-98ED-A7110E1FB964}" dt="2024-10-28T21:43:04.659" v="463" actId="20577"/>
          <ac:spMkLst>
            <pc:docMk/>
            <pc:sldMk cId="1019061658" sldId="305"/>
            <ac:spMk id="2" creationId="{C8DDF817-7874-5C02-CECC-4E106A454D5A}"/>
          </ac:spMkLst>
        </pc:spChg>
        <pc:spChg chg="mod">
          <ac:chgData name="Trace Shafer" userId="XrbJnax0RagH4bMr75mmHnJqJ15V3xLAIGES0Lm1IU4=" providerId="None" clId="Web-{26DCA8BD-D69E-4BBC-98ED-A7110E1FB964}" dt="2024-10-28T21:43:20.800" v="505" actId="20577"/>
          <ac:spMkLst>
            <pc:docMk/>
            <pc:sldMk cId="1019061658" sldId="305"/>
            <ac:spMk id="3" creationId="{BC644F39-0BE6-C82D-D117-F6B8F5128E25}"/>
          </ac:spMkLst>
        </pc:spChg>
      </pc:sldChg>
      <pc:sldChg chg="modSp add replId">
        <pc:chgData name="Trace Shafer" userId="XrbJnax0RagH4bMr75mmHnJqJ15V3xLAIGES0Lm1IU4=" providerId="None" clId="Web-{26DCA8BD-D69E-4BBC-98ED-A7110E1FB964}" dt="2024-10-28T21:44:30.133" v="509" actId="20577"/>
        <pc:sldMkLst>
          <pc:docMk/>
          <pc:sldMk cId="2403088468" sldId="306"/>
        </pc:sldMkLst>
        <pc:spChg chg="mod">
          <ac:chgData name="Trace Shafer" userId="XrbJnax0RagH4bMr75mmHnJqJ15V3xLAIGES0Lm1IU4=" providerId="None" clId="Web-{26DCA8BD-D69E-4BBC-98ED-A7110E1FB964}" dt="2024-10-28T21:44:26.588" v="508" actId="20577"/>
          <ac:spMkLst>
            <pc:docMk/>
            <pc:sldMk cId="2403088468" sldId="306"/>
            <ac:spMk id="2" creationId="{C8DDF817-7874-5C02-CECC-4E106A454D5A}"/>
          </ac:spMkLst>
        </pc:spChg>
        <pc:spChg chg="mod">
          <ac:chgData name="Trace Shafer" userId="XrbJnax0RagH4bMr75mmHnJqJ15V3xLAIGES0Lm1IU4=" providerId="None" clId="Web-{26DCA8BD-D69E-4BBC-98ED-A7110E1FB964}" dt="2024-10-28T21:44:30.133" v="509" actId="20577"/>
          <ac:spMkLst>
            <pc:docMk/>
            <pc:sldMk cId="2403088468" sldId="306"/>
            <ac:spMk id="3" creationId="{BC644F39-0BE6-C82D-D117-F6B8F5128E25}"/>
          </ac:spMkLst>
        </pc:spChg>
      </pc:sldChg>
      <pc:sldChg chg="modSp add ord replId">
        <pc:chgData name="Trace Shafer" userId="XrbJnax0RagH4bMr75mmHnJqJ15V3xLAIGES0Lm1IU4=" providerId="None" clId="Web-{26DCA8BD-D69E-4BBC-98ED-A7110E1FB964}" dt="2024-10-28T21:49:42.561" v="517" actId="20577"/>
        <pc:sldMkLst>
          <pc:docMk/>
          <pc:sldMk cId="3553948468" sldId="307"/>
        </pc:sldMkLst>
        <pc:spChg chg="mod">
          <ac:chgData name="Trace Shafer" userId="XrbJnax0RagH4bMr75mmHnJqJ15V3xLAIGES0Lm1IU4=" providerId="None" clId="Web-{26DCA8BD-D69E-4BBC-98ED-A7110E1FB964}" dt="2024-10-28T21:47:06.800" v="511" actId="20577"/>
          <ac:spMkLst>
            <pc:docMk/>
            <pc:sldMk cId="3553948468" sldId="307"/>
            <ac:spMk id="2" creationId="{C8DDF817-7874-5C02-CECC-4E106A454D5A}"/>
          </ac:spMkLst>
        </pc:spChg>
        <pc:spChg chg="mod">
          <ac:chgData name="Trace Shafer" userId="XrbJnax0RagH4bMr75mmHnJqJ15V3xLAIGES0Lm1IU4=" providerId="None" clId="Web-{26DCA8BD-D69E-4BBC-98ED-A7110E1FB964}" dt="2024-10-28T21:49:42.561" v="517" actId="20577"/>
          <ac:spMkLst>
            <pc:docMk/>
            <pc:sldMk cId="3553948468" sldId="307"/>
            <ac:spMk id="3" creationId="{BC644F39-0BE6-C82D-D117-F6B8F5128E25}"/>
          </ac:spMkLst>
        </pc:spChg>
      </pc:sldChg>
      <pc:sldChg chg="modSp add ord replId">
        <pc:chgData name="Trace Shafer" userId="XrbJnax0RagH4bMr75mmHnJqJ15V3xLAIGES0Lm1IU4=" providerId="None" clId="Web-{26DCA8BD-D69E-4BBC-98ED-A7110E1FB964}" dt="2024-10-28T21:42:28.297" v="461" actId="20577"/>
        <pc:sldMkLst>
          <pc:docMk/>
          <pc:sldMk cId="1052272766" sldId="308"/>
        </pc:sldMkLst>
        <pc:spChg chg="mod">
          <ac:chgData name="Trace Shafer" userId="XrbJnax0RagH4bMr75mmHnJqJ15V3xLAIGES0Lm1IU4=" providerId="None" clId="Web-{26DCA8BD-D69E-4BBC-98ED-A7110E1FB964}" dt="2024-10-28T21:42:28.297" v="461" actId="20577"/>
          <ac:spMkLst>
            <pc:docMk/>
            <pc:sldMk cId="1052272766" sldId="308"/>
            <ac:spMk id="2" creationId="{C8DDF817-7874-5C02-CECC-4E106A454D5A}"/>
          </ac:spMkLst>
        </pc:spChg>
        <pc:spChg chg="mod">
          <ac:chgData name="Trace Shafer" userId="XrbJnax0RagH4bMr75mmHnJqJ15V3xLAIGES0Lm1IU4=" providerId="None" clId="Web-{26DCA8BD-D69E-4BBC-98ED-A7110E1FB964}" dt="2024-10-28T20:55:52.854" v="254" actId="20577"/>
          <ac:spMkLst>
            <pc:docMk/>
            <pc:sldMk cId="1052272766" sldId="308"/>
            <ac:spMk id="3" creationId="{BC644F39-0BE6-C82D-D117-F6B8F5128E25}"/>
          </ac:spMkLst>
        </pc:spChg>
      </pc:sldChg>
      <pc:sldChg chg="modSp add replId">
        <pc:chgData name="Trace Shafer" userId="XrbJnax0RagH4bMr75mmHnJqJ15V3xLAIGES0Lm1IU4=" providerId="None" clId="Web-{26DCA8BD-D69E-4BBC-98ED-A7110E1FB964}" dt="2024-10-28T21:49:14.262" v="513" actId="20577"/>
        <pc:sldMkLst>
          <pc:docMk/>
          <pc:sldMk cId="3723096449" sldId="310"/>
        </pc:sldMkLst>
        <pc:spChg chg="mod">
          <ac:chgData name="Trace Shafer" userId="XrbJnax0RagH4bMr75mmHnJqJ15V3xLAIGES0Lm1IU4=" providerId="None" clId="Web-{26DCA8BD-D69E-4BBC-98ED-A7110E1FB964}" dt="2024-10-28T21:49:14.262" v="513" actId="20577"/>
          <ac:spMkLst>
            <pc:docMk/>
            <pc:sldMk cId="3723096449" sldId="310"/>
            <ac:spMk id="2" creationId="{C8DDF817-7874-5C02-CECC-4E106A454D5A}"/>
          </ac:spMkLst>
        </pc:spChg>
      </pc:sldChg>
      <pc:sldChg chg="addSp delSp modSp add replId">
        <pc:chgData name="Trace Shafer" userId="XrbJnax0RagH4bMr75mmHnJqJ15V3xLAIGES0Lm1IU4=" providerId="None" clId="Web-{26DCA8BD-D69E-4BBC-98ED-A7110E1FB964}" dt="2024-10-28T21:22:10.056" v="337" actId="1076"/>
        <pc:sldMkLst>
          <pc:docMk/>
          <pc:sldMk cId="2660272606" sldId="311"/>
        </pc:sldMkLst>
        <pc:spChg chg="mod">
          <ac:chgData name="Trace Shafer" userId="XrbJnax0RagH4bMr75mmHnJqJ15V3xLAIGES0Lm1IU4=" providerId="None" clId="Web-{26DCA8BD-D69E-4BBC-98ED-A7110E1FB964}" dt="2024-10-28T21:22:10.056" v="337" actId="1076"/>
          <ac:spMkLst>
            <pc:docMk/>
            <pc:sldMk cId="2660272606" sldId="311"/>
            <ac:spMk id="2" creationId="{C8DDF817-7874-5C02-CECC-4E106A454D5A}"/>
          </ac:spMkLst>
        </pc:spChg>
      </pc:sldChg>
      <pc:sldChg chg="modSp add ord replId">
        <pc:chgData name="Trace Shafer" userId="XrbJnax0RagH4bMr75mmHnJqJ15V3xLAIGES0Lm1IU4=" providerId="None" clId="Web-{26DCA8BD-D69E-4BBC-98ED-A7110E1FB964}" dt="2024-10-28T21:56:31.902" v="540" actId="20577"/>
        <pc:sldMkLst>
          <pc:docMk/>
          <pc:sldMk cId="3133785614" sldId="314"/>
        </pc:sldMkLst>
        <pc:spChg chg="mod">
          <ac:chgData name="Trace Shafer" userId="XrbJnax0RagH4bMr75mmHnJqJ15V3xLAIGES0Lm1IU4=" providerId="None" clId="Web-{26DCA8BD-D69E-4BBC-98ED-A7110E1FB964}" dt="2024-10-28T21:50:02.234" v="531" actId="20577"/>
          <ac:spMkLst>
            <pc:docMk/>
            <pc:sldMk cId="3133785614" sldId="314"/>
            <ac:spMk id="2" creationId="{C8DDF817-7874-5C02-CECC-4E106A454D5A}"/>
          </ac:spMkLst>
        </pc:spChg>
        <pc:spChg chg="mod">
          <ac:chgData name="Trace Shafer" userId="XrbJnax0RagH4bMr75mmHnJqJ15V3xLAIGES0Lm1IU4=" providerId="None" clId="Web-{26DCA8BD-D69E-4BBC-98ED-A7110E1FB964}" dt="2024-10-28T21:56:31.902" v="540" actId="20577"/>
          <ac:spMkLst>
            <pc:docMk/>
            <pc:sldMk cId="3133785614" sldId="314"/>
            <ac:spMk id="3" creationId="{BC644F39-0BE6-C82D-D117-F6B8F5128E25}"/>
          </ac:spMkLst>
        </pc:spChg>
      </pc:sldChg>
    </pc:docChg>
  </pc:docChgLst>
  <pc:docChgLst>
    <pc:chgData name="Micah Gifford" userId="ZTT38GT1JPoahsv7dXwKAUgPprT3GnCdKXIuPOJH/TQ=" providerId="None" clId="Web-{E38B3534-9F2E-462A-BA90-E60D1AE39CF5}"/>
    <pc:docChg chg="modSld">
      <pc:chgData name="Micah Gifford" userId="ZTT38GT1JPoahsv7dXwKAUgPprT3GnCdKXIuPOJH/TQ=" providerId="None" clId="Web-{E38B3534-9F2E-462A-BA90-E60D1AE39CF5}" dt="2024-10-25T22:17:36.319" v="39" actId="20577"/>
      <pc:docMkLst>
        <pc:docMk/>
      </pc:docMkLst>
      <pc:sldChg chg="addSp delSp modSp">
        <pc:chgData name="Micah Gifford" userId="ZTT38GT1JPoahsv7dXwKAUgPprT3GnCdKXIuPOJH/TQ=" providerId="None" clId="Web-{E38B3534-9F2E-462A-BA90-E60D1AE39CF5}" dt="2024-10-25T22:17:36.319" v="39" actId="20577"/>
        <pc:sldMkLst>
          <pc:docMk/>
          <pc:sldMk cId="689826214" sldId="291"/>
        </pc:sldMkLst>
        <pc:spChg chg="mod">
          <ac:chgData name="Micah Gifford" userId="ZTT38GT1JPoahsv7dXwKAUgPprT3GnCdKXIuPOJH/TQ=" providerId="None" clId="Web-{E38B3534-9F2E-462A-BA90-E60D1AE39CF5}" dt="2024-10-25T21:05:27.291" v="27" actId="20577"/>
          <ac:spMkLst>
            <pc:docMk/>
            <pc:sldMk cId="689826214" sldId="291"/>
            <ac:spMk id="3" creationId="{BC644F39-0BE6-C82D-D117-F6B8F5128E25}"/>
          </ac:spMkLst>
        </pc:spChg>
        <pc:spChg chg="mod">
          <ac:chgData name="Micah Gifford" userId="ZTT38GT1JPoahsv7dXwKAUgPprT3GnCdKXIuPOJH/TQ=" providerId="None" clId="Web-{E38B3534-9F2E-462A-BA90-E60D1AE39CF5}" dt="2024-10-25T22:17:36.319" v="39" actId="20577"/>
          <ac:spMkLst>
            <pc:docMk/>
            <pc:sldMk cId="689826214" sldId="291"/>
            <ac:spMk id="7" creationId="{14883D0C-4763-50CC-2357-DB50044EC245}"/>
          </ac:spMkLst>
        </pc:spChg>
      </pc:sldChg>
    </pc:docChg>
  </pc:docChgLst>
  <pc:docChgLst>
    <pc:chgData name="Ben Sherman" userId="B2Z592lpL5s/ObuOB+DIn3zrvTqQrPzfLcooue0z7rE=" providerId="None" clId="Web-{372ECB5D-E006-4F7D-9EB6-7A52E42A66E1}"/>
    <pc:docChg chg="addSld modSld sldOrd">
      <pc:chgData name="Ben Sherman" userId="B2Z592lpL5s/ObuOB+DIn3zrvTqQrPzfLcooue0z7rE=" providerId="None" clId="Web-{372ECB5D-E006-4F7D-9EB6-7A52E42A66E1}" dt="2024-11-01T22:31:32.580" v="542" actId="20577"/>
      <pc:docMkLst>
        <pc:docMk/>
      </pc:docMkLst>
      <pc:sldChg chg="modSp">
        <pc:chgData name="Ben Sherman" userId="B2Z592lpL5s/ObuOB+DIn3zrvTqQrPzfLcooue0z7rE=" providerId="None" clId="Web-{372ECB5D-E006-4F7D-9EB6-7A52E42A66E1}" dt="2024-11-01T22:31:32.580" v="542" actId="20577"/>
        <pc:sldMkLst>
          <pc:docMk/>
          <pc:sldMk cId="2363649107" sldId="266"/>
        </pc:sldMkLst>
        <pc:spChg chg="mod">
          <ac:chgData name="Ben Sherman" userId="B2Z592lpL5s/ObuOB+DIn3zrvTqQrPzfLcooue0z7rE=" providerId="None" clId="Web-{372ECB5D-E006-4F7D-9EB6-7A52E42A66E1}" dt="2024-11-01T22:31:32.580" v="542" actId="20577"/>
          <ac:spMkLst>
            <pc:docMk/>
            <pc:sldMk cId="2363649107" sldId="266"/>
            <ac:spMk id="7" creationId="{7B5C9DD1-BAE5-C341-4032-85CDDDB8222F}"/>
          </ac:spMkLst>
        </pc:spChg>
      </pc:sldChg>
      <pc:sldChg chg="modSp">
        <pc:chgData name="Ben Sherman" userId="B2Z592lpL5s/ObuOB+DIn3zrvTqQrPzfLcooue0z7rE=" providerId="None" clId="Web-{372ECB5D-E006-4F7D-9EB6-7A52E42A66E1}" dt="2024-11-01T22:06:32.999" v="481" actId="20577"/>
        <pc:sldMkLst>
          <pc:docMk/>
          <pc:sldMk cId="1461588359" sldId="269"/>
        </pc:sldMkLst>
        <pc:spChg chg="mod">
          <ac:chgData name="Ben Sherman" userId="B2Z592lpL5s/ObuOB+DIn3zrvTqQrPzfLcooue0z7rE=" providerId="None" clId="Web-{372ECB5D-E006-4F7D-9EB6-7A52E42A66E1}" dt="2024-11-01T22:06:32.999" v="481" actId="20577"/>
          <ac:spMkLst>
            <pc:docMk/>
            <pc:sldMk cId="1461588359" sldId="269"/>
            <ac:spMk id="3" creationId="{BC644F39-0BE6-C82D-D117-F6B8F5128E25}"/>
          </ac:spMkLst>
        </pc:spChg>
      </pc:sldChg>
      <pc:sldChg chg="addSp delSp modSp">
        <pc:chgData name="Ben Sherman" userId="B2Z592lpL5s/ObuOB+DIn3zrvTqQrPzfLcooue0z7rE=" providerId="None" clId="Web-{372ECB5D-E006-4F7D-9EB6-7A52E42A66E1}" dt="2024-11-01T22:30:39.215" v="519" actId="20577"/>
        <pc:sldMkLst>
          <pc:docMk/>
          <pc:sldMk cId="1024818632" sldId="270"/>
        </pc:sldMkLst>
        <pc:spChg chg="mod">
          <ac:chgData name="Ben Sherman" userId="B2Z592lpL5s/ObuOB+DIn3zrvTqQrPzfLcooue0z7rE=" providerId="None" clId="Web-{372ECB5D-E006-4F7D-9EB6-7A52E42A66E1}" dt="2024-11-01T22:30:39.215" v="519" actId="20577"/>
          <ac:spMkLst>
            <pc:docMk/>
            <pc:sldMk cId="1024818632" sldId="270"/>
            <ac:spMk id="3" creationId="{BC644F39-0BE6-C82D-D117-F6B8F5128E25}"/>
          </ac:spMkLst>
        </pc:spChg>
        <pc:spChg chg="mod">
          <ac:chgData name="Ben Sherman" userId="B2Z592lpL5s/ObuOB+DIn3zrvTqQrPzfLcooue0z7rE=" providerId="None" clId="Web-{372ECB5D-E006-4F7D-9EB6-7A52E42A66E1}" dt="2024-11-01T20:08:31.144" v="31" actId="14100"/>
          <ac:spMkLst>
            <pc:docMk/>
            <pc:sldMk cId="1024818632" sldId="270"/>
            <ac:spMk id="4" creationId="{F5EE45BC-442F-5537-C66D-03218DAAC248}"/>
          </ac:spMkLst>
        </pc:spChg>
      </pc:sldChg>
      <pc:sldChg chg="addSp modSp">
        <pc:chgData name="Ben Sherman" userId="B2Z592lpL5s/ObuOB+DIn3zrvTqQrPzfLcooue0z7rE=" providerId="None" clId="Web-{372ECB5D-E006-4F7D-9EB6-7A52E42A66E1}" dt="2024-11-01T21:39:13.731" v="375" actId="1076"/>
        <pc:sldMkLst>
          <pc:docMk/>
          <pc:sldMk cId="1099004406" sldId="271"/>
        </pc:sldMkLst>
      </pc:sldChg>
      <pc:sldChg chg="addSp modSp">
        <pc:chgData name="Ben Sherman" userId="B2Z592lpL5s/ObuOB+DIn3zrvTqQrPzfLcooue0z7rE=" providerId="None" clId="Web-{372ECB5D-E006-4F7D-9EB6-7A52E42A66E1}" dt="2024-11-01T22:27:15.211" v="508" actId="1076"/>
        <pc:sldMkLst>
          <pc:docMk/>
          <pc:sldMk cId="1515785550" sldId="278"/>
        </pc:sldMkLst>
        <pc:spChg chg="mod">
          <ac:chgData name="Ben Sherman" userId="B2Z592lpL5s/ObuOB+DIn3zrvTqQrPzfLcooue0z7rE=" providerId="None" clId="Web-{372ECB5D-E006-4F7D-9EB6-7A52E42A66E1}" dt="2024-11-01T20:04:41.733" v="5" actId="20577"/>
          <ac:spMkLst>
            <pc:docMk/>
            <pc:sldMk cId="1515785550" sldId="278"/>
            <ac:spMk id="3" creationId="{BC644F39-0BE6-C82D-D117-F6B8F5128E25}"/>
          </ac:spMkLst>
        </pc:spChg>
        <pc:spChg chg="add mod">
          <ac:chgData name="Ben Sherman" userId="B2Z592lpL5s/ObuOB+DIn3zrvTqQrPzfLcooue0z7rE=" providerId="None" clId="Web-{372ECB5D-E006-4F7D-9EB6-7A52E42A66E1}" dt="2024-11-01T22:27:15.211" v="508" actId="1076"/>
          <ac:spMkLst>
            <pc:docMk/>
            <pc:sldMk cId="1515785550" sldId="278"/>
            <ac:spMk id="6" creationId="{6A6379DF-0896-9D6C-DB3F-0A7D1D6E5C1A}"/>
          </ac:spMkLst>
        </pc:spChg>
      </pc:sldChg>
      <pc:sldChg chg="modSp">
        <pc:chgData name="Ben Sherman" userId="B2Z592lpL5s/ObuOB+DIn3zrvTqQrPzfLcooue0z7rE=" providerId="None" clId="Web-{372ECB5D-E006-4F7D-9EB6-7A52E42A66E1}" dt="2024-11-01T22:22:32.252" v="487" actId="1076"/>
        <pc:sldMkLst>
          <pc:docMk/>
          <pc:sldMk cId="1450780681" sldId="290"/>
        </pc:sldMkLst>
      </pc:sldChg>
      <pc:sldChg chg="modSp">
        <pc:chgData name="Ben Sherman" userId="B2Z592lpL5s/ObuOB+DIn3zrvTqQrPzfLcooue0z7rE=" providerId="None" clId="Web-{372ECB5D-E006-4F7D-9EB6-7A52E42A66E1}" dt="2024-11-01T19:31:52.084" v="1" actId="20577"/>
        <pc:sldMkLst>
          <pc:docMk/>
          <pc:sldMk cId="2418643118" sldId="304"/>
        </pc:sldMkLst>
        <pc:spChg chg="mod">
          <ac:chgData name="Ben Sherman" userId="B2Z592lpL5s/ObuOB+DIn3zrvTqQrPzfLcooue0z7rE=" providerId="None" clId="Web-{372ECB5D-E006-4F7D-9EB6-7A52E42A66E1}" dt="2024-11-01T19:31:52.084" v="1" actId="20577"/>
          <ac:spMkLst>
            <pc:docMk/>
            <pc:sldMk cId="2418643118" sldId="304"/>
            <ac:spMk id="9" creationId="{FCE527FF-7CCA-DE2E-17AD-88A3B944D195}"/>
          </ac:spMkLst>
        </pc:spChg>
      </pc:sldChg>
      <pc:sldChg chg="modSp ord">
        <pc:chgData name="Ben Sherman" userId="B2Z592lpL5s/ObuOB+DIn3zrvTqQrPzfLcooue0z7rE=" providerId="None" clId="Web-{372ECB5D-E006-4F7D-9EB6-7A52E42A66E1}" dt="2024-11-01T20:44:08.346" v="240"/>
        <pc:sldMkLst>
          <pc:docMk/>
          <pc:sldMk cId="1330307227" sldId="315"/>
        </pc:sldMkLst>
        <pc:picChg chg="mod">
          <ac:chgData name="Ben Sherman" userId="B2Z592lpL5s/ObuOB+DIn3zrvTqQrPzfLcooue0z7rE=" providerId="None" clId="Web-{372ECB5D-E006-4F7D-9EB6-7A52E42A66E1}" dt="2024-11-01T20:34:26.725" v="168" actId="14100"/>
          <ac:picMkLst>
            <pc:docMk/>
            <pc:sldMk cId="1330307227" sldId="315"/>
            <ac:picMk id="3" creationId="{43AAE48C-8795-AF44-B6EE-9E6987285594}"/>
          </ac:picMkLst>
        </pc:picChg>
      </pc:sldChg>
      <pc:sldChg chg="modSp">
        <pc:chgData name="Ben Sherman" userId="B2Z592lpL5s/ObuOB+DIn3zrvTqQrPzfLcooue0z7rE=" providerId="None" clId="Web-{372ECB5D-E006-4F7D-9EB6-7A52E42A66E1}" dt="2024-11-01T22:30:57.122" v="523" actId="20577"/>
        <pc:sldMkLst>
          <pc:docMk/>
          <pc:sldMk cId="2128288900" sldId="316"/>
        </pc:sldMkLst>
        <pc:spChg chg="mod">
          <ac:chgData name="Ben Sherman" userId="B2Z592lpL5s/ObuOB+DIn3zrvTqQrPzfLcooue0z7rE=" providerId="None" clId="Web-{372ECB5D-E006-4F7D-9EB6-7A52E42A66E1}" dt="2024-11-01T22:30:57.122" v="523" actId="20577"/>
          <ac:spMkLst>
            <pc:docMk/>
            <pc:sldMk cId="2128288900" sldId="316"/>
            <ac:spMk id="9" creationId="{2F524B79-F74E-465C-52AF-91806B6F47DE}"/>
          </ac:spMkLst>
        </pc:spChg>
      </pc:sldChg>
      <pc:sldChg chg="addSp delSp modSp add replId addAnim delAnim">
        <pc:chgData name="Ben Sherman" userId="B2Z592lpL5s/ObuOB+DIn3zrvTqQrPzfLcooue0z7rE=" providerId="None" clId="Web-{372ECB5D-E006-4F7D-9EB6-7A52E42A66E1}" dt="2024-11-01T22:02:23.572" v="470"/>
        <pc:sldMkLst>
          <pc:docMk/>
          <pc:sldMk cId="601530959" sldId="317"/>
        </pc:sldMkLst>
        <pc:spChg chg="mod">
          <ac:chgData name="Ben Sherman" userId="B2Z592lpL5s/ObuOB+DIn3zrvTqQrPzfLcooue0z7rE=" providerId="None" clId="Web-{372ECB5D-E006-4F7D-9EB6-7A52E42A66E1}" dt="2024-11-01T20:34:40.538" v="177" actId="20577"/>
          <ac:spMkLst>
            <pc:docMk/>
            <pc:sldMk cId="601530959" sldId="317"/>
            <ac:spMk id="2" creationId="{C8DDF817-7874-5C02-CECC-4E106A454D5A}"/>
          </ac:spMkLst>
        </pc:spChg>
        <pc:spChg chg="add mod">
          <ac:chgData name="Ben Sherman" userId="B2Z592lpL5s/ObuOB+DIn3zrvTqQrPzfLcooue0z7rE=" providerId="None" clId="Web-{372ECB5D-E006-4F7D-9EB6-7A52E42A66E1}" dt="2024-11-01T20:40:20.310" v="224" actId="20577"/>
          <ac:spMkLst>
            <pc:docMk/>
            <pc:sldMk cId="601530959" sldId="317"/>
            <ac:spMk id="10" creationId="{1B30342E-47B3-015B-B442-4DBFE681EEA5}"/>
          </ac:spMkLst>
        </pc:spChg>
        <pc:spChg chg="add mod">
          <ac:chgData name="Ben Sherman" userId="B2Z592lpL5s/ObuOB+DIn3zrvTqQrPzfLcooue0z7rE=" providerId="None" clId="Web-{372ECB5D-E006-4F7D-9EB6-7A52E42A66E1}" dt="2024-11-01T21:52:24.091" v="420" actId="1076"/>
          <ac:spMkLst>
            <pc:docMk/>
            <pc:sldMk cId="601530959" sldId="317"/>
            <ac:spMk id="11" creationId="{F1A20FCF-2AFF-B15B-AFFA-9E24D2240329}"/>
          </ac:spMkLst>
        </pc:spChg>
        <pc:spChg chg="add mod">
          <ac:chgData name="Ben Sherman" userId="B2Z592lpL5s/ObuOB+DIn3zrvTqQrPzfLcooue0z7rE=" providerId="None" clId="Web-{372ECB5D-E006-4F7D-9EB6-7A52E42A66E1}" dt="2024-11-01T21:52:24.091" v="421" actId="1076"/>
          <ac:spMkLst>
            <pc:docMk/>
            <pc:sldMk cId="601530959" sldId="317"/>
            <ac:spMk id="12" creationId="{D1699086-FBE3-70C6-F76C-BEF803DBFE1C}"/>
          </ac:spMkLst>
        </pc:spChg>
        <pc:spChg chg="add mod">
          <ac:chgData name="Ben Sherman" userId="B2Z592lpL5s/ObuOB+DIn3zrvTqQrPzfLcooue0z7rE=" providerId="None" clId="Web-{372ECB5D-E006-4F7D-9EB6-7A52E42A66E1}" dt="2024-11-01T22:00:13.975" v="454" actId="1076"/>
          <ac:spMkLst>
            <pc:docMk/>
            <pc:sldMk cId="601530959" sldId="317"/>
            <ac:spMk id="13" creationId="{20271D48-1867-AB1C-96D4-975ED5AE11CF}"/>
          </ac:spMkLst>
        </pc:spChg>
        <pc:spChg chg="add mod">
          <ac:chgData name="Ben Sherman" userId="B2Z592lpL5s/ObuOB+DIn3zrvTqQrPzfLcooue0z7rE=" providerId="None" clId="Web-{372ECB5D-E006-4F7D-9EB6-7A52E42A66E1}" dt="2024-11-01T22:00:18.616" v="458" actId="1076"/>
          <ac:spMkLst>
            <pc:docMk/>
            <pc:sldMk cId="601530959" sldId="317"/>
            <ac:spMk id="20" creationId="{94766CD4-4AE8-E452-73A2-F019BC940A8E}"/>
          </ac:spMkLst>
        </pc:spChg>
        <pc:spChg chg="add mod">
          <ac:chgData name="Ben Sherman" userId="B2Z592lpL5s/ObuOB+DIn3zrvTqQrPzfLcooue0z7rE=" providerId="None" clId="Web-{372ECB5D-E006-4F7D-9EB6-7A52E42A66E1}" dt="2024-11-01T22:00:18.616" v="459" actId="1076"/>
          <ac:spMkLst>
            <pc:docMk/>
            <pc:sldMk cId="601530959" sldId="317"/>
            <ac:spMk id="21" creationId="{6EF4FB97-4600-9FE9-21C1-4A85C3934D51}"/>
          </ac:spMkLst>
        </pc:spChg>
        <pc:spChg chg="add mod">
          <ac:chgData name="Ben Sherman" userId="B2Z592lpL5s/ObuOB+DIn3zrvTqQrPzfLcooue0z7rE=" providerId="None" clId="Web-{372ECB5D-E006-4F7D-9EB6-7A52E42A66E1}" dt="2024-11-01T21:54:46.500" v="438" actId="1076"/>
          <ac:spMkLst>
            <pc:docMk/>
            <pc:sldMk cId="601530959" sldId="317"/>
            <ac:spMk id="22" creationId="{1BE8D8DC-C9D0-540F-4244-F7B526047016}"/>
          </ac:spMkLst>
        </pc:spChg>
        <pc:spChg chg="add mod">
          <ac:chgData name="Ben Sherman" userId="B2Z592lpL5s/ObuOB+DIn3zrvTqQrPzfLcooue0z7rE=" providerId="None" clId="Web-{372ECB5D-E006-4F7D-9EB6-7A52E42A66E1}" dt="2024-11-01T21:54:32.359" v="436" actId="20577"/>
          <ac:spMkLst>
            <pc:docMk/>
            <pc:sldMk cId="601530959" sldId="317"/>
            <ac:spMk id="23" creationId="{8D65341E-800D-9C40-0356-C27B7FDDFBDE}"/>
          </ac:spMkLst>
        </pc:spChg>
        <pc:picChg chg="add mod">
          <ac:chgData name="Ben Sherman" userId="B2Z592lpL5s/ObuOB+DIn3zrvTqQrPzfLcooue0z7rE=" providerId="None" clId="Web-{372ECB5D-E006-4F7D-9EB6-7A52E42A66E1}" dt="2024-11-01T21:54:46.500" v="437" actId="1076"/>
          <ac:picMkLst>
            <pc:docMk/>
            <pc:sldMk cId="601530959" sldId="317"/>
            <ac:picMk id="5" creationId="{CC0C719A-6303-6A3A-44FF-00FA20BAACB6}"/>
          </ac:picMkLst>
        </pc:picChg>
        <pc:picChg chg="add mod">
          <ac:chgData name="Ben Sherman" userId="B2Z592lpL5s/ObuOB+DIn3zrvTqQrPzfLcooue0z7rE=" providerId="None" clId="Web-{372ECB5D-E006-4F7D-9EB6-7A52E42A66E1}" dt="2024-11-01T21:21:21.381" v="272" actId="1076"/>
          <ac:picMkLst>
            <pc:docMk/>
            <pc:sldMk cId="601530959" sldId="317"/>
            <ac:picMk id="7" creationId="{AD31EFA0-B0AB-DEB9-F788-4FF81779ECEA}"/>
          </ac:picMkLst>
        </pc:picChg>
        <pc:picChg chg="add mod">
          <ac:chgData name="Ben Sherman" userId="B2Z592lpL5s/ObuOB+DIn3zrvTqQrPzfLcooue0z7rE=" providerId="None" clId="Web-{372ECB5D-E006-4F7D-9EB6-7A52E42A66E1}" dt="2024-11-01T21:52:24.075" v="418" actId="1076"/>
          <ac:picMkLst>
            <pc:docMk/>
            <pc:sldMk cId="601530959" sldId="317"/>
            <ac:picMk id="8" creationId="{9A6550CC-2739-BFFA-1262-58D9E1371BF6}"/>
          </ac:picMkLst>
        </pc:picChg>
        <pc:picChg chg="add mod">
          <ac:chgData name="Ben Sherman" userId="B2Z592lpL5s/ObuOB+DIn3zrvTqQrPzfLcooue0z7rE=" providerId="None" clId="Web-{372ECB5D-E006-4F7D-9EB6-7A52E42A66E1}" dt="2024-11-01T21:52:24.075" v="419" actId="1076"/>
          <ac:picMkLst>
            <pc:docMk/>
            <pc:sldMk cId="601530959" sldId="317"/>
            <ac:picMk id="9" creationId="{0F091197-8F4D-86B1-B842-1FB0C4D77690}"/>
          </ac:picMkLst>
        </pc:picChg>
        <pc:picChg chg="add mod">
          <ac:chgData name="Ben Sherman" userId="B2Z592lpL5s/ObuOB+DIn3zrvTqQrPzfLcooue0z7rE=" providerId="None" clId="Web-{372ECB5D-E006-4F7D-9EB6-7A52E42A66E1}" dt="2024-11-01T22:00:18.585" v="455" actId="1076"/>
          <ac:picMkLst>
            <pc:docMk/>
            <pc:sldMk cId="601530959" sldId="317"/>
            <ac:picMk id="17" creationId="{50DDBB23-2E7E-965C-616E-46855F74470D}"/>
          </ac:picMkLst>
        </pc:picChg>
        <pc:picChg chg="add mod">
          <ac:chgData name="Ben Sherman" userId="B2Z592lpL5s/ObuOB+DIn3zrvTqQrPzfLcooue0z7rE=" providerId="None" clId="Web-{372ECB5D-E006-4F7D-9EB6-7A52E42A66E1}" dt="2024-11-01T22:00:18.600" v="456" actId="1076"/>
          <ac:picMkLst>
            <pc:docMk/>
            <pc:sldMk cId="601530959" sldId="317"/>
            <ac:picMk id="18" creationId="{66287A0B-1C85-AA5D-5F73-E103E39C33E9}"/>
          </ac:picMkLst>
        </pc:picChg>
        <pc:picChg chg="add mod">
          <ac:chgData name="Ben Sherman" userId="B2Z592lpL5s/ObuOB+DIn3zrvTqQrPzfLcooue0z7rE=" providerId="None" clId="Web-{372ECB5D-E006-4F7D-9EB6-7A52E42A66E1}" dt="2024-11-01T22:00:18.600" v="457" actId="1076"/>
          <ac:picMkLst>
            <pc:docMk/>
            <pc:sldMk cId="601530959" sldId="317"/>
            <ac:picMk id="19" creationId="{E472E4CB-CBBA-ABA9-FDF0-6C1C7A801211}"/>
          </ac:picMkLst>
        </pc:picChg>
        <pc:picChg chg="add mod modCrop">
          <ac:chgData name="Ben Sherman" userId="B2Z592lpL5s/ObuOB+DIn3zrvTqQrPzfLcooue0z7rE=" providerId="None" clId="Web-{372ECB5D-E006-4F7D-9EB6-7A52E42A66E1}" dt="2024-11-01T22:01:01.601" v="468"/>
          <ac:picMkLst>
            <pc:docMk/>
            <pc:sldMk cId="601530959" sldId="317"/>
            <ac:picMk id="24" creationId="{ECB53C1B-3EFE-6D23-F423-229C4B045F0D}"/>
          </ac:picMkLst>
        </pc:picChg>
        <pc:picChg chg="add mod">
          <ac:chgData name="Ben Sherman" userId="B2Z592lpL5s/ObuOB+DIn3zrvTqQrPzfLcooue0z7rE=" providerId="None" clId="Web-{372ECB5D-E006-4F7D-9EB6-7A52E42A66E1}" dt="2024-11-01T22:00:52.210" v="466" actId="1076"/>
          <ac:picMkLst>
            <pc:docMk/>
            <pc:sldMk cId="601530959" sldId="317"/>
            <ac:picMk id="25" creationId="{F898BAE8-B48A-7096-88C7-02A8996BBCC1}"/>
          </ac:picMkLst>
        </pc:picChg>
      </pc:sldChg>
    </pc:docChg>
  </pc:docChgLst>
  <pc:docChgLst>
    <pc:chgData name="Trace Shafer" userId="XrbJnax0RagH4bMr75mmHnJqJ15V3xLAIGES0Lm1IU4=" providerId="None" clId="Web-{871C1E1D-95DB-4578-9844-615873900E8B}"/>
    <pc:docChg chg="delSld">
      <pc:chgData name="Trace Shafer" userId="XrbJnax0RagH4bMr75mmHnJqJ15V3xLAIGES0Lm1IU4=" providerId="None" clId="Web-{871C1E1D-95DB-4578-9844-615873900E8B}" dt="2024-11-08T20:26:27.022" v="0"/>
      <pc:docMkLst>
        <pc:docMk/>
      </pc:docMkLst>
      <pc:sldChg chg="del">
        <pc:chgData name="Trace Shafer" userId="XrbJnax0RagH4bMr75mmHnJqJ15V3xLAIGES0Lm1IU4=" providerId="None" clId="Web-{871C1E1D-95DB-4578-9844-615873900E8B}" dt="2024-11-08T20:26:27.022" v="0"/>
        <pc:sldMkLst>
          <pc:docMk/>
          <pc:sldMk cId="1986397796" sldId="321"/>
        </pc:sldMkLst>
      </pc:sldChg>
    </pc:docChg>
  </pc:docChgLst>
  <pc:docChgLst>
    <pc:chgData name="Ben Sherman" userId="B2Z592lpL5s/ObuOB+DIn3zrvTqQrPzfLcooue0z7rE=" providerId="None" clId="Web-{9C0B8B4C-B15E-4DFF-A017-0CEFB4366C91}"/>
    <pc:docChg chg="addSld modSld">
      <pc:chgData name="Ben Sherman" userId="B2Z592lpL5s/ObuOB+DIn3zrvTqQrPzfLcooue0z7rE=" providerId="None" clId="Web-{9C0B8B4C-B15E-4DFF-A017-0CEFB4366C91}" dt="2024-11-07T00:22:05.096" v="974" actId="1076"/>
      <pc:docMkLst>
        <pc:docMk/>
      </pc:docMkLst>
      <pc:sldChg chg="addSp delSp modSp">
        <pc:chgData name="Ben Sherman" userId="B2Z592lpL5s/ObuOB+DIn3zrvTqQrPzfLcooue0z7rE=" providerId="None" clId="Web-{9C0B8B4C-B15E-4DFF-A017-0CEFB4366C91}" dt="2024-11-06T22:37:06.001" v="797"/>
        <pc:sldMkLst>
          <pc:docMk/>
          <pc:sldMk cId="2363649107" sldId="266"/>
        </pc:sldMkLst>
        <pc:spChg chg="mod">
          <ac:chgData name="Ben Sherman" userId="B2Z592lpL5s/ObuOB+DIn3zrvTqQrPzfLcooue0z7rE=" providerId="None" clId="Web-{9C0B8B4C-B15E-4DFF-A017-0CEFB4366C91}" dt="2024-11-06T22:22:55.020" v="775" actId="1076"/>
          <ac:spMkLst>
            <pc:docMk/>
            <pc:sldMk cId="2363649107" sldId="266"/>
            <ac:spMk id="7" creationId="{7B5C9DD1-BAE5-C341-4032-85CDDDB8222F}"/>
          </ac:spMkLst>
        </pc:spChg>
        <pc:spChg chg="add mod">
          <ac:chgData name="Ben Sherman" userId="B2Z592lpL5s/ObuOB+DIn3zrvTqQrPzfLcooue0z7rE=" providerId="None" clId="Web-{9C0B8B4C-B15E-4DFF-A017-0CEFB4366C91}" dt="2024-11-06T22:22:55.036" v="777" actId="1076"/>
          <ac:spMkLst>
            <pc:docMk/>
            <pc:sldMk cId="2363649107" sldId="266"/>
            <ac:spMk id="11" creationId="{45036ACE-ABF6-7F4A-82F3-72DEF15AB1EF}"/>
          </ac:spMkLst>
        </pc:spChg>
        <pc:spChg chg="add mod">
          <ac:chgData name="Ben Sherman" userId="B2Z592lpL5s/ObuOB+DIn3zrvTqQrPzfLcooue0z7rE=" providerId="None" clId="Web-{9C0B8B4C-B15E-4DFF-A017-0CEFB4366C91}" dt="2024-11-06T22:37:06.001" v="797"/>
          <ac:spMkLst>
            <pc:docMk/>
            <pc:sldMk cId="2363649107" sldId="266"/>
            <ac:spMk id="16" creationId="{ACAF3ED8-6D80-F575-59AF-4E155186A6E3}"/>
          </ac:spMkLst>
        </pc:spChg>
        <pc:picChg chg="add mod">
          <ac:chgData name="Ben Sherman" userId="B2Z592lpL5s/ObuOB+DIn3zrvTqQrPzfLcooue0z7rE=" providerId="None" clId="Web-{9C0B8B4C-B15E-4DFF-A017-0CEFB4366C91}" dt="2024-11-06T22:12:35.579" v="711" actId="1076"/>
          <ac:picMkLst>
            <pc:docMk/>
            <pc:sldMk cId="2363649107" sldId="266"/>
            <ac:picMk id="5" creationId="{E97BE71B-BDBD-89D6-5CE2-E890DB9B7E32}"/>
          </ac:picMkLst>
        </pc:picChg>
        <pc:picChg chg="add mod">
          <ac:chgData name="Ben Sherman" userId="B2Z592lpL5s/ObuOB+DIn3zrvTqQrPzfLcooue0z7rE=" providerId="None" clId="Web-{9C0B8B4C-B15E-4DFF-A017-0CEFB4366C91}" dt="2024-11-06T22:24:08.226" v="782" actId="1076"/>
          <ac:picMkLst>
            <pc:docMk/>
            <pc:sldMk cId="2363649107" sldId="266"/>
            <ac:picMk id="14" creationId="{67E9E823-2EB1-B6E9-12DB-285811459F13}"/>
          </ac:picMkLst>
        </pc:picChg>
      </pc:sldChg>
      <pc:sldChg chg="modSp">
        <pc:chgData name="Ben Sherman" userId="B2Z592lpL5s/ObuOB+DIn3zrvTqQrPzfLcooue0z7rE=" providerId="None" clId="Web-{9C0B8B4C-B15E-4DFF-A017-0CEFB4366C91}" dt="2024-11-06T21:59:21.709" v="659" actId="20577"/>
        <pc:sldMkLst>
          <pc:docMk/>
          <pc:sldMk cId="1461588359" sldId="269"/>
        </pc:sldMkLst>
        <pc:spChg chg="mod">
          <ac:chgData name="Ben Sherman" userId="B2Z592lpL5s/ObuOB+DIn3zrvTqQrPzfLcooue0z7rE=" providerId="None" clId="Web-{9C0B8B4C-B15E-4DFF-A017-0CEFB4366C91}" dt="2024-11-06T21:59:21.709" v="659" actId="20577"/>
          <ac:spMkLst>
            <pc:docMk/>
            <pc:sldMk cId="1461588359" sldId="269"/>
            <ac:spMk id="3" creationId="{BC644F39-0BE6-C82D-D117-F6B8F5128E25}"/>
          </ac:spMkLst>
        </pc:spChg>
      </pc:sldChg>
      <pc:sldChg chg="modSp">
        <pc:chgData name="Ben Sherman" userId="B2Z592lpL5s/ObuOB+DIn3zrvTqQrPzfLcooue0z7rE=" providerId="None" clId="Web-{9C0B8B4C-B15E-4DFF-A017-0CEFB4366C91}" dt="2024-11-06T22:34:42.653" v="787" actId="1076"/>
        <pc:sldMkLst>
          <pc:docMk/>
          <pc:sldMk cId="1024818632" sldId="270"/>
        </pc:sldMkLst>
        <pc:picChg chg="mod">
          <ac:chgData name="Ben Sherman" userId="B2Z592lpL5s/ObuOB+DIn3zrvTqQrPzfLcooue0z7rE=" providerId="None" clId="Web-{9C0B8B4C-B15E-4DFF-A017-0CEFB4366C91}" dt="2024-11-06T22:34:42.653" v="787" actId="1076"/>
          <ac:picMkLst>
            <pc:docMk/>
            <pc:sldMk cId="1024818632" sldId="270"/>
            <ac:picMk id="6" creationId="{DCAE0F4F-0373-F8C5-45B9-0774C1E56F18}"/>
          </ac:picMkLst>
        </pc:picChg>
      </pc:sldChg>
      <pc:sldChg chg="addSp delSp modSp">
        <pc:chgData name="Ben Sherman" userId="B2Z592lpL5s/ObuOB+DIn3zrvTqQrPzfLcooue0z7rE=" providerId="None" clId="Web-{9C0B8B4C-B15E-4DFF-A017-0CEFB4366C91}" dt="2024-11-06T23:16:32.734" v="840" actId="1076"/>
        <pc:sldMkLst>
          <pc:docMk/>
          <pc:sldMk cId="1099004406" sldId="271"/>
        </pc:sldMkLst>
        <pc:spChg chg="add mod">
          <ac:chgData name="Ben Sherman" userId="B2Z592lpL5s/ObuOB+DIn3zrvTqQrPzfLcooue0z7rE=" providerId="None" clId="Web-{9C0B8B4C-B15E-4DFF-A017-0CEFB4366C91}" dt="2024-11-06T23:16:32.718" v="838" actId="1076"/>
          <ac:spMkLst>
            <pc:docMk/>
            <pc:sldMk cId="1099004406" sldId="271"/>
            <ac:spMk id="13" creationId="{20D3E755-4F0B-1028-B128-879FFC537669}"/>
          </ac:spMkLst>
        </pc:spChg>
        <pc:spChg chg="add mod">
          <ac:chgData name="Ben Sherman" userId="B2Z592lpL5s/ObuOB+DIn3zrvTqQrPzfLcooue0z7rE=" providerId="None" clId="Web-{9C0B8B4C-B15E-4DFF-A017-0CEFB4366C91}" dt="2024-11-06T23:16:32.718" v="839" actId="1076"/>
          <ac:spMkLst>
            <pc:docMk/>
            <pc:sldMk cId="1099004406" sldId="271"/>
            <ac:spMk id="14" creationId="{90D680B0-E764-7D29-2CF9-6057C5695340}"/>
          </ac:spMkLst>
        </pc:spChg>
        <pc:spChg chg="add mod">
          <ac:chgData name="Ben Sherman" userId="B2Z592lpL5s/ObuOB+DIn3zrvTqQrPzfLcooue0z7rE=" providerId="None" clId="Web-{9C0B8B4C-B15E-4DFF-A017-0CEFB4366C91}" dt="2024-11-06T23:16:32.734" v="840" actId="1076"/>
          <ac:spMkLst>
            <pc:docMk/>
            <pc:sldMk cId="1099004406" sldId="271"/>
            <ac:spMk id="15" creationId="{1E5AC4B9-9BD1-EDF8-E75B-DB41DCABC44B}"/>
          </ac:spMkLst>
        </pc:spChg>
        <pc:picChg chg="add mod ord">
          <ac:chgData name="Ben Sherman" userId="B2Z592lpL5s/ObuOB+DIn3zrvTqQrPzfLcooue0z7rE=" providerId="None" clId="Web-{9C0B8B4C-B15E-4DFF-A017-0CEFB4366C91}" dt="2024-11-06T23:16:32.702" v="834" actId="1076"/>
          <ac:picMkLst>
            <pc:docMk/>
            <pc:sldMk cId="1099004406" sldId="271"/>
            <ac:picMk id="9" creationId="{5D52AB60-538C-4897-796A-FE67275DBD5F}"/>
          </ac:picMkLst>
        </pc:picChg>
        <pc:cxnChg chg="add mod">
          <ac:chgData name="Ben Sherman" userId="B2Z592lpL5s/ObuOB+DIn3zrvTqQrPzfLcooue0z7rE=" providerId="None" clId="Web-{9C0B8B4C-B15E-4DFF-A017-0CEFB4366C91}" dt="2024-11-06T23:16:32.702" v="835" actId="1076"/>
          <ac:cxnSpMkLst>
            <pc:docMk/>
            <pc:sldMk cId="1099004406" sldId="271"/>
            <ac:cxnSpMk id="10" creationId="{7D7DF060-2ADD-D6B6-A489-A70D7BAED06C}"/>
          </ac:cxnSpMkLst>
        </pc:cxnChg>
        <pc:cxnChg chg="add mod">
          <ac:chgData name="Ben Sherman" userId="B2Z592lpL5s/ObuOB+DIn3zrvTqQrPzfLcooue0z7rE=" providerId="None" clId="Web-{9C0B8B4C-B15E-4DFF-A017-0CEFB4366C91}" dt="2024-11-06T23:16:32.702" v="836" actId="1076"/>
          <ac:cxnSpMkLst>
            <pc:docMk/>
            <pc:sldMk cId="1099004406" sldId="271"/>
            <ac:cxnSpMk id="11" creationId="{09931EF8-3528-2307-194A-FC7D5261D53D}"/>
          </ac:cxnSpMkLst>
        </pc:cxnChg>
        <pc:cxnChg chg="add mod">
          <ac:chgData name="Ben Sherman" userId="B2Z592lpL5s/ObuOB+DIn3zrvTqQrPzfLcooue0z7rE=" providerId="None" clId="Web-{9C0B8B4C-B15E-4DFF-A017-0CEFB4366C91}" dt="2024-11-06T23:16:32.718" v="837" actId="1076"/>
          <ac:cxnSpMkLst>
            <pc:docMk/>
            <pc:sldMk cId="1099004406" sldId="271"/>
            <ac:cxnSpMk id="12" creationId="{02F70AA6-21BE-5440-1AE2-CC77BCBEFD8E}"/>
          </ac:cxnSpMkLst>
        </pc:cxnChg>
      </pc:sldChg>
      <pc:sldChg chg="addSp delSp modSp">
        <pc:chgData name="Ben Sherman" userId="B2Z592lpL5s/ObuOB+DIn3zrvTqQrPzfLcooue0z7rE=" providerId="None" clId="Web-{9C0B8B4C-B15E-4DFF-A017-0CEFB4366C91}" dt="2024-11-06T23:09:18.063" v="833"/>
        <pc:sldMkLst>
          <pc:docMk/>
          <pc:sldMk cId="1515785550" sldId="278"/>
        </pc:sldMkLst>
        <pc:spChg chg="mod">
          <ac:chgData name="Ben Sherman" userId="B2Z592lpL5s/ObuOB+DIn3zrvTqQrPzfLcooue0z7rE=" providerId="None" clId="Web-{9C0B8B4C-B15E-4DFF-A017-0CEFB4366C91}" dt="2024-11-06T22:03:01.263" v="672" actId="1076"/>
          <ac:spMkLst>
            <pc:docMk/>
            <pc:sldMk cId="1515785550" sldId="278"/>
            <ac:spMk id="6" creationId="{6A6379DF-0896-9D6C-DB3F-0A7D1D6E5C1A}"/>
          </ac:spMkLst>
        </pc:spChg>
        <pc:picChg chg="add mod ord modCrop">
          <ac:chgData name="Ben Sherman" userId="B2Z592lpL5s/ObuOB+DIn3zrvTqQrPzfLcooue0z7rE=" providerId="None" clId="Web-{9C0B8B4C-B15E-4DFF-A017-0CEFB4366C91}" dt="2024-11-06T22:05:42.972" v="707" actId="1076"/>
          <ac:picMkLst>
            <pc:docMk/>
            <pc:sldMk cId="1515785550" sldId="278"/>
            <ac:picMk id="11" creationId="{C41919A1-1037-1FA5-4C68-8381B3F0DCC3}"/>
          </ac:picMkLst>
        </pc:picChg>
        <pc:cxnChg chg="mod">
          <ac:chgData name="Ben Sherman" userId="B2Z592lpL5s/ObuOB+DIn3zrvTqQrPzfLcooue0z7rE=" providerId="None" clId="Web-{9C0B8B4C-B15E-4DFF-A017-0CEFB4366C91}" dt="2024-11-06T22:05:51.441" v="708" actId="14100"/>
          <ac:cxnSpMkLst>
            <pc:docMk/>
            <pc:sldMk cId="1515785550" sldId="278"/>
            <ac:cxnSpMk id="8" creationId="{FD1E59E0-0EE3-D8D6-04B2-67FACAB3F37D}"/>
          </ac:cxnSpMkLst>
        </pc:cxnChg>
        <pc:cxnChg chg="mod">
          <ac:chgData name="Ben Sherman" userId="B2Z592lpL5s/ObuOB+DIn3zrvTqQrPzfLcooue0z7rE=" providerId="None" clId="Web-{9C0B8B4C-B15E-4DFF-A017-0CEFB4366C91}" dt="2024-11-06T22:05:23.815" v="704" actId="14100"/>
          <ac:cxnSpMkLst>
            <pc:docMk/>
            <pc:sldMk cId="1515785550" sldId="278"/>
            <ac:cxnSpMk id="9" creationId="{6C3B6214-CCEC-8E37-B183-32DD843E651F}"/>
          </ac:cxnSpMkLst>
        </pc:cxnChg>
      </pc:sldChg>
      <pc:sldChg chg="addSp delSp modSp">
        <pc:chgData name="Ben Sherman" userId="B2Z592lpL5s/ObuOB+DIn3zrvTqQrPzfLcooue0z7rE=" providerId="None" clId="Web-{9C0B8B4C-B15E-4DFF-A017-0CEFB4366C91}" dt="2024-11-07T00:22:05.096" v="974" actId="1076"/>
        <pc:sldMkLst>
          <pc:docMk/>
          <pc:sldMk cId="2692427565" sldId="281"/>
        </pc:sldMkLst>
        <pc:spChg chg="mod">
          <ac:chgData name="Ben Sherman" userId="B2Z592lpL5s/ObuOB+DIn3zrvTqQrPzfLcooue0z7rE=" providerId="None" clId="Web-{9C0B8B4C-B15E-4DFF-A017-0CEFB4366C91}" dt="2024-11-07T00:22:05.096" v="974" actId="1076"/>
          <ac:spMkLst>
            <pc:docMk/>
            <pc:sldMk cId="2692427565" sldId="281"/>
            <ac:spMk id="2" creationId="{C8DDF817-7874-5C02-CECC-4E106A454D5A}"/>
          </ac:spMkLst>
        </pc:spChg>
        <pc:picChg chg="add del mod">
          <ac:chgData name="Ben Sherman" userId="B2Z592lpL5s/ObuOB+DIn3zrvTqQrPzfLcooue0z7rE=" providerId="None" clId="Web-{9C0B8B4C-B15E-4DFF-A017-0CEFB4366C91}" dt="2024-11-07T00:18:22.588" v="964"/>
          <ac:picMkLst>
            <pc:docMk/>
            <pc:sldMk cId="2692427565" sldId="281"/>
            <ac:picMk id="3" creationId="{48ACD70B-66C7-BA86-00A7-AF39BF470740}"/>
          </ac:picMkLst>
        </pc:picChg>
        <pc:picChg chg="add mod ord">
          <ac:chgData name="Ben Sherman" userId="B2Z592lpL5s/ObuOB+DIn3zrvTqQrPzfLcooue0z7rE=" providerId="None" clId="Web-{9C0B8B4C-B15E-4DFF-A017-0CEFB4366C91}" dt="2024-11-07T00:21:54.721" v="973" actId="1076"/>
          <ac:picMkLst>
            <pc:docMk/>
            <pc:sldMk cId="2692427565" sldId="281"/>
            <ac:picMk id="5" creationId="{B2B0BA39-AB71-470A-8C8C-2DFCA23AE67A}"/>
          </ac:picMkLst>
        </pc:picChg>
        <pc:picChg chg="add del mod">
          <ac:chgData name="Ben Sherman" userId="B2Z592lpL5s/ObuOB+DIn3zrvTqQrPzfLcooue0z7rE=" providerId="None" clId="Web-{9C0B8B4C-B15E-4DFF-A017-0CEFB4366C91}" dt="2024-11-07T00:12:20.966" v="959"/>
          <ac:picMkLst>
            <pc:docMk/>
            <pc:sldMk cId="2692427565" sldId="281"/>
            <ac:picMk id="7" creationId="{A25800E0-5D92-678C-0793-E327621752E0}"/>
          </ac:picMkLst>
        </pc:picChg>
      </pc:sldChg>
      <pc:sldChg chg="addSp delSp modSp modNotes">
        <pc:chgData name="Ben Sherman" userId="B2Z592lpL5s/ObuOB+DIn3zrvTqQrPzfLcooue0z7rE=" providerId="None" clId="Web-{9C0B8B4C-B15E-4DFF-A017-0CEFB4366C91}" dt="2024-11-06T22:37:50.534" v="799"/>
        <pc:sldMkLst>
          <pc:docMk/>
          <pc:sldMk cId="1607088216" sldId="288"/>
        </pc:sldMkLst>
        <pc:picChg chg="add mod">
          <ac:chgData name="Ben Sherman" userId="B2Z592lpL5s/ObuOB+DIn3zrvTqQrPzfLcooue0z7rE=" providerId="None" clId="Web-{9C0B8B4C-B15E-4DFF-A017-0CEFB4366C91}" dt="2024-11-06T21:23:59.236" v="279" actId="14100"/>
          <ac:picMkLst>
            <pc:docMk/>
            <pc:sldMk cId="1607088216" sldId="288"/>
            <ac:picMk id="6" creationId="{7D1C405C-947A-24A6-A594-A86D723BA26C}"/>
          </ac:picMkLst>
        </pc:picChg>
      </pc:sldChg>
      <pc:sldChg chg="modSp">
        <pc:chgData name="Ben Sherman" userId="B2Z592lpL5s/ObuOB+DIn3zrvTqQrPzfLcooue0z7rE=" providerId="None" clId="Web-{9C0B8B4C-B15E-4DFF-A017-0CEFB4366C91}" dt="2024-11-06T23:30:31.761" v="958" actId="20577"/>
        <pc:sldMkLst>
          <pc:docMk/>
          <pc:sldMk cId="1019061658" sldId="305"/>
        </pc:sldMkLst>
        <pc:spChg chg="mod">
          <ac:chgData name="Ben Sherman" userId="B2Z592lpL5s/ObuOB+DIn3zrvTqQrPzfLcooue0z7rE=" providerId="None" clId="Web-{9C0B8B4C-B15E-4DFF-A017-0CEFB4366C91}" dt="2024-11-06T23:30:31.761" v="958" actId="20577"/>
          <ac:spMkLst>
            <pc:docMk/>
            <pc:sldMk cId="1019061658" sldId="305"/>
            <ac:spMk id="3" creationId="{BC644F39-0BE6-C82D-D117-F6B8F5128E25}"/>
          </ac:spMkLst>
        </pc:spChg>
      </pc:sldChg>
      <pc:sldChg chg="modSp">
        <pc:chgData name="Ben Sherman" userId="B2Z592lpL5s/ObuOB+DIn3zrvTqQrPzfLcooue0z7rE=" providerId="None" clId="Web-{9C0B8B4C-B15E-4DFF-A017-0CEFB4366C91}" dt="2024-11-06T23:25:28.064" v="907" actId="20577"/>
        <pc:sldMkLst>
          <pc:docMk/>
          <pc:sldMk cId="3723096449" sldId="310"/>
        </pc:sldMkLst>
        <pc:spChg chg="mod">
          <ac:chgData name="Ben Sherman" userId="B2Z592lpL5s/ObuOB+DIn3zrvTqQrPzfLcooue0z7rE=" providerId="None" clId="Web-{9C0B8B4C-B15E-4DFF-A017-0CEFB4366C91}" dt="2024-11-06T23:25:28.064" v="907" actId="20577"/>
          <ac:spMkLst>
            <pc:docMk/>
            <pc:sldMk cId="3723096449" sldId="310"/>
            <ac:spMk id="3" creationId="{BC644F39-0BE6-C82D-D117-F6B8F5128E25}"/>
          </ac:spMkLst>
        </pc:spChg>
      </pc:sldChg>
      <pc:sldChg chg="delSp add replId">
        <pc:chgData name="Ben Sherman" userId="B2Z592lpL5s/ObuOB+DIn3zrvTqQrPzfLcooue0z7rE=" providerId="None" clId="Web-{9C0B8B4C-B15E-4DFF-A017-0CEFB4366C91}" dt="2024-11-06T21:25:49.754" v="283"/>
        <pc:sldMkLst>
          <pc:docMk/>
          <pc:sldMk cId="721114727" sldId="320"/>
        </pc:sldMkLst>
      </pc:sldChg>
    </pc:docChg>
  </pc:docChgLst>
  <pc:docChgLst>
    <pc:chgData name="Trace Shafer" userId="XrbJnax0RagH4bMr75mmHnJqJ15V3xLAIGES0Lm1IU4=" providerId="None" clId="Web-{0D859595-9C6D-4463-BAAF-25E9AADC27C4}"/>
    <pc:docChg chg="addSld modSld">
      <pc:chgData name="Trace Shafer" userId="XrbJnax0RagH4bMr75mmHnJqJ15V3xLAIGES0Lm1IU4=" providerId="None" clId="Web-{0D859595-9C6D-4463-BAAF-25E9AADC27C4}" dt="2024-10-23T22:15:18.306" v="495" actId="20577"/>
      <pc:docMkLst>
        <pc:docMk/>
      </pc:docMkLst>
      <pc:sldChg chg="addSp modSp">
        <pc:chgData name="Trace Shafer" userId="XrbJnax0RagH4bMr75mmHnJqJ15V3xLAIGES0Lm1IU4=" providerId="None" clId="Web-{0D859595-9C6D-4463-BAAF-25E9AADC27C4}" dt="2024-10-23T20:55:44.762" v="13" actId="1076"/>
        <pc:sldMkLst>
          <pc:docMk/>
          <pc:sldMk cId="1121307087" sldId="275"/>
        </pc:sldMkLst>
        <pc:picChg chg="add mod">
          <ac:chgData name="Trace Shafer" userId="XrbJnax0RagH4bMr75mmHnJqJ15V3xLAIGES0Lm1IU4=" providerId="None" clId="Web-{0D859595-9C6D-4463-BAAF-25E9AADC27C4}" dt="2024-10-23T20:55:44.762" v="13" actId="1076"/>
          <ac:picMkLst>
            <pc:docMk/>
            <pc:sldMk cId="1121307087" sldId="275"/>
            <ac:picMk id="8" creationId="{697338F3-03F8-EBEE-845E-6E9A2A12F2E4}"/>
          </ac:picMkLst>
        </pc:picChg>
      </pc:sldChg>
      <pc:sldChg chg="addSp modSp">
        <pc:chgData name="Trace Shafer" userId="XrbJnax0RagH4bMr75mmHnJqJ15V3xLAIGES0Lm1IU4=" providerId="None" clId="Web-{0D859595-9C6D-4463-BAAF-25E9AADC27C4}" dt="2024-10-23T21:03:54.333" v="21" actId="1076"/>
        <pc:sldMkLst>
          <pc:docMk/>
          <pc:sldMk cId="2189994964" sldId="280"/>
        </pc:sldMkLst>
        <pc:picChg chg="add mod">
          <ac:chgData name="Trace Shafer" userId="XrbJnax0RagH4bMr75mmHnJqJ15V3xLAIGES0Lm1IU4=" providerId="None" clId="Web-{0D859595-9C6D-4463-BAAF-25E9AADC27C4}" dt="2024-10-23T21:02:40.363" v="15" actId="1076"/>
          <ac:picMkLst>
            <pc:docMk/>
            <pc:sldMk cId="2189994964" sldId="280"/>
            <ac:picMk id="3" creationId="{B0EFA7BC-F158-B97B-7D8A-402C2564D806}"/>
          </ac:picMkLst>
        </pc:picChg>
        <pc:picChg chg="add mod">
          <ac:chgData name="Trace Shafer" userId="XrbJnax0RagH4bMr75mmHnJqJ15V3xLAIGES0Lm1IU4=" providerId="None" clId="Web-{0D859595-9C6D-4463-BAAF-25E9AADC27C4}" dt="2024-10-23T21:03:10.270" v="17" actId="1076"/>
          <ac:picMkLst>
            <pc:docMk/>
            <pc:sldMk cId="2189994964" sldId="280"/>
            <ac:picMk id="6" creationId="{712FA774-4BE0-70B9-E34F-021FFC673B94}"/>
          </ac:picMkLst>
        </pc:picChg>
        <pc:picChg chg="add mod">
          <ac:chgData name="Trace Shafer" userId="XrbJnax0RagH4bMr75mmHnJqJ15V3xLAIGES0Lm1IU4=" providerId="None" clId="Web-{0D859595-9C6D-4463-BAAF-25E9AADC27C4}" dt="2024-10-23T21:03:36.333" v="19" actId="1076"/>
          <ac:picMkLst>
            <pc:docMk/>
            <pc:sldMk cId="2189994964" sldId="280"/>
            <ac:picMk id="7" creationId="{5D6A4B6A-0D98-2972-192A-7B818F446F10}"/>
          </ac:picMkLst>
        </pc:picChg>
        <pc:picChg chg="add mod">
          <ac:chgData name="Trace Shafer" userId="XrbJnax0RagH4bMr75mmHnJqJ15V3xLAIGES0Lm1IU4=" providerId="None" clId="Web-{0D859595-9C6D-4463-BAAF-25E9AADC27C4}" dt="2024-10-23T21:03:54.333" v="21" actId="1076"/>
          <ac:picMkLst>
            <pc:docMk/>
            <pc:sldMk cId="2189994964" sldId="280"/>
            <ac:picMk id="8" creationId="{BC6531F1-2CE1-080E-FFE4-1F881153867B}"/>
          </ac:picMkLst>
        </pc:picChg>
      </pc:sldChg>
      <pc:sldChg chg="modSp">
        <pc:chgData name="Trace Shafer" userId="XrbJnax0RagH4bMr75mmHnJqJ15V3xLAIGES0Lm1IU4=" providerId="None" clId="Web-{0D859595-9C6D-4463-BAAF-25E9AADC27C4}" dt="2024-10-23T22:15:18.306" v="495" actId="20577"/>
        <pc:sldMkLst>
          <pc:docMk/>
          <pc:sldMk cId="2692427565" sldId="281"/>
        </pc:sldMkLst>
      </pc:sldChg>
      <pc:sldChg chg="delSp">
        <pc:chgData name="Trace Shafer" userId="XrbJnax0RagH4bMr75mmHnJqJ15V3xLAIGES0Lm1IU4=" providerId="None" clId="Web-{0D859595-9C6D-4463-BAAF-25E9AADC27C4}" dt="2024-10-23T20:50:27.616" v="0"/>
        <pc:sldMkLst>
          <pc:docMk/>
          <pc:sldMk cId="112256977" sldId="283"/>
        </pc:sldMkLst>
      </pc:sldChg>
      <pc:sldChg chg="addSp delSp modSp add replId">
        <pc:chgData name="Trace Shafer" userId="XrbJnax0RagH4bMr75mmHnJqJ15V3xLAIGES0Lm1IU4=" providerId="None" clId="Web-{0D859595-9C6D-4463-BAAF-25E9AADC27C4}" dt="2024-10-23T22:11:00.833" v="494"/>
        <pc:sldMkLst>
          <pc:docMk/>
          <pc:sldMk cId="1450780681" sldId="290"/>
        </pc:sldMkLst>
      </pc:sldChg>
    </pc:docChg>
  </pc:docChgLst>
  <pc:docChgLst>
    <pc:chgData name="Ben Sherman" userId="B2Z592lpL5s/ObuOB+DIn3zrvTqQrPzfLcooue0z7rE=" providerId="None" clId="Web-{A687AFDB-427E-4C78-BD81-BD1B239DEA00}"/>
    <pc:docChg chg="modSld sldOrd">
      <pc:chgData name="Ben Sherman" userId="B2Z592lpL5s/ObuOB+DIn3zrvTqQrPzfLcooue0z7rE=" providerId="None" clId="Web-{A687AFDB-427E-4C78-BD81-BD1B239DEA00}" dt="2024-11-08T07:30:06.482" v="449"/>
      <pc:docMkLst>
        <pc:docMk/>
      </pc:docMkLst>
      <pc:sldChg chg="addSp delSp modSp">
        <pc:chgData name="Ben Sherman" userId="B2Z592lpL5s/ObuOB+DIn3zrvTqQrPzfLcooue0z7rE=" providerId="None" clId="Web-{A687AFDB-427E-4C78-BD81-BD1B239DEA00}" dt="2024-11-08T07:29:35.278" v="447" actId="1076"/>
        <pc:sldMkLst>
          <pc:docMk/>
          <pc:sldMk cId="2363649107" sldId="266"/>
        </pc:sldMkLst>
        <pc:spChg chg="mod">
          <ac:chgData name="Ben Sherman" userId="B2Z592lpL5s/ObuOB+DIn3zrvTqQrPzfLcooue0z7rE=" providerId="None" clId="Web-{A687AFDB-427E-4C78-BD81-BD1B239DEA00}" dt="2024-11-08T07:25:40.786" v="429" actId="20577"/>
          <ac:spMkLst>
            <pc:docMk/>
            <pc:sldMk cId="2363649107" sldId="266"/>
            <ac:spMk id="7" creationId="{7B5C9DD1-BAE5-C341-4032-85CDDDB8222F}"/>
          </ac:spMkLst>
        </pc:spChg>
        <pc:spChg chg="mod">
          <ac:chgData name="Ben Sherman" userId="B2Z592lpL5s/ObuOB+DIn3zrvTqQrPzfLcooue0z7rE=" providerId="None" clId="Web-{A687AFDB-427E-4C78-BD81-BD1B239DEA00}" dt="2024-11-08T07:26:35.834" v="440" actId="1076"/>
          <ac:spMkLst>
            <pc:docMk/>
            <pc:sldMk cId="2363649107" sldId="266"/>
            <ac:spMk id="11" creationId="{45036ACE-ABF6-7F4A-82F3-72DEF15AB1EF}"/>
          </ac:spMkLst>
        </pc:spChg>
        <pc:picChg chg="del">
          <ac:chgData name="Ben Sherman" userId="B2Z592lpL5s/ObuOB+DIn3zrvTqQrPzfLcooue0z7rE=" providerId="None" clId="Web-{A687AFDB-427E-4C78-BD81-BD1B239DEA00}" dt="2024-11-08T07:25:44.301" v="430"/>
          <ac:picMkLst>
            <pc:docMk/>
            <pc:sldMk cId="2363649107" sldId="266"/>
            <ac:picMk id="6" creationId="{64D8E9EC-7451-E552-D96D-13FDF5265D1D}"/>
          </ac:picMkLst>
        </pc:picChg>
        <pc:picChg chg="add mod">
          <ac:chgData name="Ben Sherman" userId="B2Z592lpL5s/ObuOB+DIn3zrvTqQrPzfLcooue0z7rE=" providerId="None" clId="Web-{A687AFDB-427E-4C78-BD81-BD1B239DEA00}" dt="2024-11-08T07:26:41.710" v="442" actId="14100"/>
          <ac:picMkLst>
            <pc:docMk/>
            <pc:sldMk cId="2363649107" sldId="266"/>
            <ac:picMk id="8" creationId="{DD67DD7F-6FE4-620F-E4C8-7FA9A9D0F74F}"/>
          </ac:picMkLst>
        </pc:picChg>
        <pc:picChg chg="add mod">
          <ac:chgData name="Ben Sherman" userId="B2Z592lpL5s/ObuOB+DIn3zrvTqQrPzfLcooue0z7rE=" providerId="None" clId="Web-{A687AFDB-427E-4C78-BD81-BD1B239DEA00}" dt="2024-11-08T07:29:35.278" v="447" actId="1076"/>
          <ac:picMkLst>
            <pc:docMk/>
            <pc:sldMk cId="2363649107" sldId="266"/>
            <ac:picMk id="9" creationId="{AF10B70B-24C9-37AA-89BC-0F1D369467FD}"/>
          </ac:picMkLst>
        </pc:picChg>
        <pc:picChg chg="mod">
          <ac:chgData name="Ben Sherman" userId="B2Z592lpL5s/ObuOB+DIn3zrvTqQrPzfLcooue0z7rE=" providerId="None" clId="Web-{A687AFDB-427E-4C78-BD81-BD1B239DEA00}" dt="2024-11-08T07:26:29.600" v="439" actId="1076"/>
          <ac:picMkLst>
            <pc:docMk/>
            <pc:sldMk cId="2363649107" sldId="266"/>
            <ac:picMk id="14" creationId="{67E9E823-2EB1-B6E9-12DB-285811459F13}"/>
          </ac:picMkLst>
        </pc:picChg>
        <pc:picChg chg="del mod">
          <ac:chgData name="Ben Sherman" userId="B2Z592lpL5s/ObuOB+DIn3zrvTqQrPzfLcooue0z7rE=" providerId="None" clId="Web-{A687AFDB-427E-4C78-BD81-BD1B239DEA00}" dt="2024-11-08T07:29:26.200" v="443"/>
          <ac:picMkLst>
            <pc:docMk/>
            <pc:sldMk cId="2363649107" sldId="266"/>
            <ac:picMk id="15" creationId="{339A0971-A6AB-BC3D-D663-DD99548C791C}"/>
          </ac:picMkLst>
        </pc:picChg>
      </pc:sldChg>
      <pc:sldChg chg="ord">
        <pc:chgData name="Ben Sherman" userId="B2Z592lpL5s/ObuOB+DIn3zrvTqQrPzfLcooue0z7rE=" providerId="None" clId="Web-{A687AFDB-427E-4C78-BD81-BD1B239DEA00}" dt="2024-11-08T07:14:16.159" v="419"/>
        <pc:sldMkLst>
          <pc:docMk/>
          <pc:sldMk cId="1420741441" sldId="267"/>
        </pc:sldMkLst>
      </pc:sldChg>
      <pc:sldChg chg="ord">
        <pc:chgData name="Ben Sherman" userId="B2Z592lpL5s/ObuOB+DIn3zrvTqQrPzfLcooue0z7rE=" providerId="None" clId="Web-{A687AFDB-427E-4C78-BD81-BD1B239DEA00}" dt="2024-11-08T07:13:52.064" v="418"/>
        <pc:sldMkLst>
          <pc:docMk/>
          <pc:sldMk cId="2145951499" sldId="268"/>
        </pc:sldMkLst>
      </pc:sldChg>
      <pc:sldChg chg="ord">
        <pc:chgData name="Ben Sherman" userId="B2Z592lpL5s/ObuOB+DIn3zrvTqQrPzfLcooue0z7rE=" providerId="None" clId="Web-{A687AFDB-427E-4C78-BD81-BD1B239DEA00}" dt="2024-11-08T07:12:09.936" v="417"/>
        <pc:sldMkLst>
          <pc:docMk/>
          <pc:sldMk cId="1461588359" sldId="269"/>
        </pc:sldMkLst>
      </pc:sldChg>
      <pc:sldChg chg="addSp delSp modSp">
        <pc:chgData name="Ben Sherman" userId="B2Z592lpL5s/ObuOB+DIn3zrvTqQrPzfLcooue0z7rE=" providerId="None" clId="Web-{A687AFDB-427E-4C78-BD81-BD1B239DEA00}" dt="2024-11-08T06:55:18.541" v="284" actId="14100"/>
        <pc:sldMkLst>
          <pc:docMk/>
          <pc:sldMk cId="1121307087" sldId="275"/>
        </pc:sldMkLst>
        <pc:spChg chg="ord">
          <ac:chgData name="Ben Sherman" userId="B2Z592lpL5s/ObuOB+DIn3zrvTqQrPzfLcooue0z7rE=" providerId="None" clId="Web-{A687AFDB-427E-4C78-BD81-BD1B239DEA00}" dt="2024-11-08T06:54:53.649" v="279"/>
          <ac:spMkLst>
            <pc:docMk/>
            <pc:sldMk cId="1121307087" sldId="275"/>
            <ac:spMk id="3" creationId="{BC644F39-0BE6-C82D-D117-F6B8F5128E25}"/>
          </ac:spMkLst>
        </pc:spChg>
        <pc:picChg chg="add mod">
          <ac:chgData name="Ben Sherman" userId="B2Z592lpL5s/ObuOB+DIn3zrvTqQrPzfLcooue0z7rE=" providerId="None" clId="Web-{A687AFDB-427E-4C78-BD81-BD1B239DEA00}" dt="2024-11-08T06:55:18.541" v="284" actId="14100"/>
          <ac:picMkLst>
            <pc:docMk/>
            <pc:sldMk cId="1121307087" sldId="275"/>
            <ac:picMk id="6" creationId="{16465909-0A9D-8C10-3817-4265F48E4A8E}"/>
          </ac:picMkLst>
        </pc:picChg>
        <pc:picChg chg="del">
          <ac:chgData name="Ben Sherman" userId="B2Z592lpL5s/ObuOB+DIn3zrvTqQrPzfLcooue0z7rE=" providerId="None" clId="Web-{A687AFDB-427E-4C78-BD81-BD1B239DEA00}" dt="2024-11-08T06:54:55.571" v="280"/>
          <ac:picMkLst>
            <pc:docMk/>
            <pc:sldMk cId="1121307087" sldId="275"/>
            <ac:picMk id="7" creationId="{80EC7235-D97E-101B-8FA0-BB6F3C2724D7}"/>
          </ac:picMkLst>
        </pc:picChg>
      </pc:sldChg>
      <pc:sldChg chg="ord">
        <pc:chgData name="Ben Sherman" userId="B2Z592lpL5s/ObuOB+DIn3zrvTqQrPzfLcooue0z7rE=" providerId="None" clId="Web-{A687AFDB-427E-4C78-BD81-BD1B239DEA00}" dt="2024-11-08T07:30:04.341" v="448"/>
        <pc:sldMkLst>
          <pc:docMk/>
          <pc:sldMk cId="507670785" sldId="277"/>
        </pc:sldMkLst>
      </pc:sldChg>
      <pc:sldChg chg="addSp delSp modSp">
        <pc:chgData name="Ben Sherman" userId="B2Z592lpL5s/ObuOB+DIn3zrvTqQrPzfLcooue0z7rE=" providerId="None" clId="Web-{A687AFDB-427E-4C78-BD81-BD1B239DEA00}" dt="2024-11-08T07:01:04.663" v="331" actId="1076"/>
        <pc:sldMkLst>
          <pc:docMk/>
          <pc:sldMk cId="1515785550" sldId="278"/>
        </pc:sldMkLst>
        <pc:spChg chg="mod">
          <ac:chgData name="Ben Sherman" userId="B2Z592lpL5s/ObuOB+DIn3zrvTqQrPzfLcooue0z7rE=" providerId="None" clId="Web-{A687AFDB-427E-4C78-BD81-BD1B239DEA00}" dt="2024-11-08T07:00:54.147" v="329" actId="1076"/>
          <ac:spMkLst>
            <pc:docMk/>
            <pc:sldMk cId="1515785550" sldId="278"/>
            <ac:spMk id="6" creationId="{6A6379DF-0896-9D6C-DB3F-0A7D1D6E5C1A}"/>
          </ac:spMkLst>
        </pc:spChg>
        <pc:spChg chg="add mod">
          <ac:chgData name="Ben Sherman" userId="B2Z592lpL5s/ObuOB+DIn3zrvTqQrPzfLcooue0z7rE=" providerId="None" clId="Web-{A687AFDB-427E-4C78-BD81-BD1B239DEA00}" dt="2024-11-08T07:01:04.663" v="331" actId="1076"/>
          <ac:spMkLst>
            <pc:docMk/>
            <pc:sldMk cId="1515785550" sldId="278"/>
            <ac:spMk id="7" creationId="{F08AEB0B-F6A8-C4AF-D826-9EF459C8E68A}"/>
          </ac:spMkLst>
        </pc:spChg>
        <pc:picChg chg="add del mod">
          <ac:chgData name="Ben Sherman" userId="B2Z592lpL5s/ObuOB+DIn3zrvTqQrPzfLcooue0z7rE=" providerId="None" clId="Web-{A687AFDB-427E-4C78-BD81-BD1B239DEA00}" dt="2024-11-08T07:00:11.223" v="319"/>
          <ac:picMkLst>
            <pc:docMk/>
            <pc:sldMk cId="1515785550" sldId="278"/>
            <ac:picMk id="5" creationId="{9A7FB9A4-BBBA-D607-2A11-2D4B247CFF08}"/>
          </ac:picMkLst>
        </pc:picChg>
      </pc:sldChg>
      <pc:sldChg chg="ord">
        <pc:chgData name="Ben Sherman" userId="B2Z592lpL5s/ObuOB+DIn3zrvTqQrPzfLcooue0z7rE=" providerId="None" clId="Web-{A687AFDB-427E-4C78-BD81-BD1B239DEA00}" dt="2024-11-08T07:30:06.482" v="449"/>
        <pc:sldMkLst>
          <pc:docMk/>
          <pc:sldMk cId="112256977" sldId="283"/>
        </pc:sldMkLst>
      </pc:sldChg>
      <pc:sldChg chg="addSp delSp modSp">
        <pc:chgData name="Ben Sherman" userId="B2Z592lpL5s/ObuOB+DIn3zrvTqQrPzfLcooue0z7rE=" providerId="None" clId="Web-{A687AFDB-427E-4C78-BD81-BD1B239DEA00}" dt="2024-11-08T06:36:39.805" v="92" actId="1076"/>
        <pc:sldMkLst>
          <pc:docMk/>
          <pc:sldMk cId="1607088216" sldId="288"/>
        </pc:sldMkLst>
        <pc:spChg chg="mod">
          <ac:chgData name="Ben Sherman" userId="B2Z592lpL5s/ObuOB+DIn3zrvTqQrPzfLcooue0z7rE=" providerId="None" clId="Web-{A687AFDB-427E-4C78-BD81-BD1B239DEA00}" dt="2024-11-08T06:34:14.566" v="27" actId="1076"/>
          <ac:spMkLst>
            <pc:docMk/>
            <pc:sldMk cId="1607088216" sldId="288"/>
            <ac:spMk id="3" creationId="{BC644F39-0BE6-C82D-D117-F6B8F5128E25}"/>
          </ac:spMkLst>
        </pc:spChg>
        <pc:spChg chg="add mod">
          <ac:chgData name="Ben Sherman" userId="B2Z592lpL5s/ObuOB+DIn3zrvTqQrPzfLcooue0z7rE=" providerId="None" clId="Web-{A687AFDB-427E-4C78-BD81-BD1B239DEA00}" dt="2024-11-08T06:34:50.505" v="42" actId="1076"/>
          <ac:spMkLst>
            <pc:docMk/>
            <pc:sldMk cId="1607088216" sldId="288"/>
            <ac:spMk id="10" creationId="{A70B1927-2D8C-2EB5-B07A-0E0D2EF39A31}"/>
          </ac:spMkLst>
        </pc:spChg>
        <pc:spChg chg="add mod">
          <ac:chgData name="Ben Sherman" userId="B2Z592lpL5s/ObuOB+DIn3zrvTqQrPzfLcooue0z7rE=" providerId="None" clId="Web-{A687AFDB-427E-4C78-BD81-BD1B239DEA00}" dt="2024-11-08T06:36:32.555" v="91" actId="1076"/>
          <ac:spMkLst>
            <pc:docMk/>
            <pc:sldMk cId="1607088216" sldId="288"/>
            <ac:spMk id="12" creationId="{8AAD6C5E-B632-8FE2-47B4-E44BAC5B02E9}"/>
          </ac:spMkLst>
        </pc:spChg>
        <pc:spChg chg="add mod">
          <ac:chgData name="Ben Sherman" userId="B2Z592lpL5s/ObuOB+DIn3zrvTqQrPzfLcooue0z7rE=" providerId="None" clId="Web-{A687AFDB-427E-4C78-BD81-BD1B239DEA00}" dt="2024-11-08T06:36:15.258" v="87" actId="14100"/>
          <ac:spMkLst>
            <pc:docMk/>
            <pc:sldMk cId="1607088216" sldId="288"/>
            <ac:spMk id="13" creationId="{2ED580D0-C934-D88D-4855-109AD82BEB81}"/>
          </ac:spMkLst>
        </pc:spChg>
        <pc:spChg chg="add mod">
          <ac:chgData name="Ben Sherman" userId="B2Z592lpL5s/ObuOB+DIn3zrvTqQrPzfLcooue0z7rE=" providerId="None" clId="Web-{A687AFDB-427E-4C78-BD81-BD1B239DEA00}" dt="2024-11-08T06:36:39.805" v="92" actId="1076"/>
          <ac:spMkLst>
            <pc:docMk/>
            <pc:sldMk cId="1607088216" sldId="288"/>
            <ac:spMk id="14" creationId="{B535E712-440F-F33A-9439-6BA9173A5C39}"/>
          </ac:spMkLst>
        </pc:spChg>
        <pc:picChg chg="mod">
          <ac:chgData name="Ben Sherman" userId="B2Z592lpL5s/ObuOB+DIn3zrvTqQrPzfLcooue0z7rE=" providerId="None" clId="Web-{A687AFDB-427E-4C78-BD81-BD1B239DEA00}" dt="2024-11-08T06:34:14.566" v="26" actId="1076"/>
          <ac:picMkLst>
            <pc:docMk/>
            <pc:sldMk cId="1607088216" sldId="288"/>
            <ac:picMk id="6" creationId="{7D1C405C-947A-24A6-A594-A86D723BA26C}"/>
          </ac:picMkLst>
        </pc:picChg>
        <pc:cxnChg chg="add mod">
          <ac:chgData name="Ben Sherman" userId="B2Z592lpL5s/ObuOB+DIn3zrvTqQrPzfLcooue0z7rE=" providerId="None" clId="Web-{A687AFDB-427E-4C78-BD81-BD1B239DEA00}" dt="2024-11-08T06:34:21.676" v="28" actId="1076"/>
          <ac:cxnSpMkLst>
            <pc:docMk/>
            <pc:sldMk cId="1607088216" sldId="288"/>
            <ac:cxnSpMk id="5" creationId="{F798B06C-E4E5-AA77-4378-15A788F2B9EC}"/>
          </ac:cxnSpMkLst>
        </pc:cxnChg>
        <pc:cxnChg chg="add mod">
          <ac:chgData name="Ben Sherman" userId="B2Z592lpL5s/ObuOB+DIn3zrvTqQrPzfLcooue0z7rE=" providerId="None" clId="Web-{A687AFDB-427E-4C78-BD81-BD1B239DEA00}" dt="2024-11-08T06:32:44.391" v="8" actId="1076"/>
          <ac:cxnSpMkLst>
            <pc:docMk/>
            <pc:sldMk cId="1607088216" sldId="288"/>
            <ac:cxnSpMk id="7" creationId="{07738006-E246-4673-5CE7-AE6AAF186272}"/>
          </ac:cxnSpMkLst>
        </pc:cxnChg>
        <pc:cxnChg chg="add mod">
          <ac:chgData name="Ben Sherman" userId="B2Z592lpL5s/ObuOB+DIn3zrvTqQrPzfLcooue0z7rE=" providerId="None" clId="Web-{A687AFDB-427E-4C78-BD81-BD1B239DEA00}" dt="2024-11-08T06:33:10.329" v="16" actId="1076"/>
          <ac:cxnSpMkLst>
            <pc:docMk/>
            <pc:sldMk cId="1607088216" sldId="288"/>
            <ac:cxnSpMk id="8" creationId="{CE0C96BE-1971-4A0D-BFC6-FB12E867BAC7}"/>
          </ac:cxnSpMkLst>
        </pc:cxnChg>
        <pc:cxnChg chg="add mod">
          <ac:chgData name="Ben Sherman" userId="B2Z592lpL5s/ObuOB+DIn3zrvTqQrPzfLcooue0z7rE=" providerId="None" clId="Web-{A687AFDB-427E-4C78-BD81-BD1B239DEA00}" dt="2024-11-08T06:32:53.485" v="11" actId="1076"/>
          <ac:cxnSpMkLst>
            <pc:docMk/>
            <pc:sldMk cId="1607088216" sldId="288"/>
            <ac:cxnSpMk id="9" creationId="{F8722D7E-A677-89D9-0A03-0B180B1271AA}"/>
          </ac:cxnSpMkLst>
        </pc:cxnChg>
        <pc:cxnChg chg="add del mod">
          <ac:chgData name="Ben Sherman" userId="B2Z592lpL5s/ObuOB+DIn3zrvTqQrPzfLcooue0z7rE=" providerId="None" clId="Web-{A687AFDB-427E-4C78-BD81-BD1B239DEA00}" dt="2024-11-08T06:35:00.880" v="44"/>
          <ac:cxnSpMkLst>
            <pc:docMk/>
            <pc:sldMk cId="1607088216" sldId="288"/>
            <ac:cxnSpMk id="11" creationId="{F3E4868F-C8AE-CBF0-721F-12E4BE114EAA}"/>
          </ac:cxnSpMkLst>
        </pc:cxnChg>
      </pc:sldChg>
      <pc:sldChg chg="modSp">
        <pc:chgData name="Ben Sherman" userId="B2Z592lpL5s/ObuOB+DIn3zrvTqQrPzfLcooue0z7rE=" providerId="None" clId="Web-{A687AFDB-427E-4C78-BD81-BD1B239DEA00}" dt="2024-11-08T06:41:22.258" v="116" actId="20577"/>
        <pc:sldMkLst>
          <pc:docMk/>
          <pc:sldMk cId="3323203026" sldId="295"/>
        </pc:sldMkLst>
        <pc:spChg chg="mod">
          <ac:chgData name="Ben Sherman" userId="B2Z592lpL5s/ObuOB+DIn3zrvTqQrPzfLcooue0z7rE=" providerId="None" clId="Web-{A687AFDB-427E-4C78-BD81-BD1B239DEA00}" dt="2024-11-08T06:41:22.258" v="116" actId="20577"/>
          <ac:spMkLst>
            <pc:docMk/>
            <pc:sldMk cId="3323203026" sldId="295"/>
            <ac:spMk id="3" creationId="{BC644F39-0BE6-C82D-D117-F6B8F5128E25}"/>
          </ac:spMkLst>
        </pc:spChg>
      </pc:sldChg>
      <pc:sldChg chg="addSp modSp">
        <pc:chgData name="Ben Sherman" userId="B2Z592lpL5s/ObuOB+DIn3zrvTqQrPzfLcooue0z7rE=" providerId="None" clId="Web-{A687AFDB-427E-4C78-BD81-BD1B239DEA00}" dt="2024-11-08T07:09:56.025" v="416" actId="14100"/>
        <pc:sldMkLst>
          <pc:docMk/>
          <pc:sldMk cId="1330307227" sldId="315"/>
        </pc:sldMkLst>
        <pc:spChg chg="mod">
          <ac:chgData name="Ben Sherman" userId="B2Z592lpL5s/ObuOB+DIn3zrvTqQrPzfLcooue0z7rE=" providerId="None" clId="Web-{A687AFDB-427E-4C78-BD81-BD1B239DEA00}" dt="2024-11-08T07:09:56.025" v="416" actId="14100"/>
          <ac:spMkLst>
            <pc:docMk/>
            <pc:sldMk cId="1330307227" sldId="315"/>
            <ac:spMk id="2" creationId="{C8DDF817-7874-5C02-CECC-4E106A454D5A}"/>
          </ac:spMkLst>
        </pc:spChg>
        <pc:spChg chg="add mod">
          <ac:chgData name="Ben Sherman" userId="B2Z592lpL5s/ObuOB+DIn3zrvTqQrPzfLcooue0z7rE=" providerId="None" clId="Web-{A687AFDB-427E-4C78-BD81-BD1B239DEA00}" dt="2024-11-08T07:09:45.259" v="414" actId="20577"/>
          <ac:spMkLst>
            <pc:docMk/>
            <pc:sldMk cId="1330307227" sldId="315"/>
            <ac:spMk id="5" creationId="{A0FDBA89-43A4-8C0A-1615-F80EA3D55723}"/>
          </ac:spMkLst>
        </pc:spChg>
      </pc:sldChg>
      <pc:sldChg chg="modSp">
        <pc:chgData name="Ben Sherman" userId="B2Z592lpL5s/ObuOB+DIn3zrvTqQrPzfLcooue0z7rE=" providerId="None" clId="Web-{A687AFDB-427E-4C78-BD81-BD1B239DEA00}" dt="2024-11-08T06:52:09.455" v="278" actId="20577"/>
        <pc:sldMkLst>
          <pc:docMk/>
          <pc:sldMk cId="2128288900" sldId="316"/>
        </pc:sldMkLst>
        <pc:spChg chg="mod">
          <ac:chgData name="Ben Sherman" userId="B2Z592lpL5s/ObuOB+DIn3zrvTqQrPzfLcooue0z7rE=" providerId="None" clId="Web-{A687AFDB-427E-4C78-BD81-BD1B239DEA00}" dt="2024-11-08T06:52:09.455" v="278" actId="20577"/>
          <ac:spMkLst>
            <pc:docMk/>
            <pc:sldMk cId="2128288900" sldId="316"/>
            <ac:spMk id="9" creationId="{2F524B79-F74E-465C-52AF-91806B6F47DE}"/>
          </ac:spMkLst>
        </pc:spChg>
      </pc:sldChg>
      <pc:sldChg chg="ord">
        <pc:chgData name="Ben Sherman" userId="B2Z592lpL5s/ObuOB+DIn3zrvTqQrPzfLcooue0z7rE=" providerId="None" clId="Web-{A687AFDB-427E-4C78-BD81-BD1B239DEA00}" dt="2024-11-08T07:15:21.739" v="422"/>
        <pc:sldMkLst>
          <pc:docMk/>
          <pc:sldMk cId="1718777845" sldId="318"/>
        </pc:sldMkLst>
      </pc:sldChg>
      <pc:sldChg chg="ord">
        <pc:chgData name="Ben Sherman" userId="B2Z592lpL5s/ObuOB+DIn3zrvTqQrPzfLcooue0z7rE=" providerId="None" clId="Web-{A687AFDB-427E-4C78-BD81-BD1B239DEA00}" dt="2024-11-08T07:15:21.739" v="423"/>
        <pc:sldMkLst>
          <pc:docMk/>
          <pc:sldMk cId="3221483897" sldId="319"/>
        </pc:sldMkLst>
      </pc:sldChg>
    </pc:docChg>
  </pc:docChgLst>
  <pc:docChgLst>
    <pc:chgData name="Trace Shafer" userId="XrbJnax0RagH4bMr75mmHnJqJ15V3xLAIGES0Lm1IU4=" providerId="None" clId="Web-{43FE97BF-6929-4C90-A68C-055D5FFE9A6D}"/>
    <pc:docChg chg="modSld">
      <pc:chgData name="Trace Shafer" userId="XrbJnax0RagH4bMr75mmHnJqJ15V3xLAIGES0Lm1IU4=" providerId="None" clId="Web-{43FE97BF-6929-4C90-A68C-055D5FFE9A6D}" dt="2024-10-30T20:05:13.385" v="3" actId="14100"/>
      <pc:docMkLst>
        <pc:docMk/>
      </pc:docMkLst>
      <pc:sldChg chg="modSp">
        <pc:chgData name="Trace Shafer" userId="XrbJnax0RagH4bMr75mmHnJqJ15V3xLAIGES0Lm1IU4=" providerId="None" clId="Web-{43FE97BF-6929-4C90-A68C-055D5FFE9A6D}" dt="2024-10-30T20:04:56.166" v="0" actId="14100"/>
        <pc:sldMkLst>
          <pc:docMk/>
          <pc:sldMk cId="2363649107" sldId="266"/>
        </pc:sldMkLst>
        <pc:spChg chg="mod">
          <ac:chgData name="Trace Shafer" userId="XrbJnax0RagH4bMr75mmHnJqJ15V3xLAIGES0Lm1IU4=" providerId="None" clId="Web-{43FE97BF-6929-4C90-A68C-055D5FFE9A6D}" dt="2024-10-30T20:04:56.166" v="0" actId="14100"/>
          <ac:spMkLst>
            <pc:docMk/>
            <pc:sldMk cId="2363649107" sldId="266"/>
            <ac:spMk id="4" creationId="{F5EE45BC-442F-5537-C66D-03218DAAC248}"/>
          </ac:spMkLst>
        </pc:spChg>
      </pc:sldChg>
      <pc:sldChg chg="modSp">
        <pc:chgData name="Trace Shafer" userId="XrbJnax0RagH4bMr75mmHnJqJ15V3xLAIGES0Lm1IU4=" providerId="None" clId="Web-{43FE97BF-6929-4C90-A68C-055D5FFE9A6D}" dt="2024-10-30T20:05:00.573" v="1" actId="14100"/>
        <pc:sldMkLst>
          <pc:docMk/>
          <pc:sldMk cId="1121307087" sldId="275"/>
        </pc:sldMkLst>
        <pc:spChg chg="mod">
          <ac:chgData name="Trace Shafer" userId="XrbJnax0RagH4bMr75mmHnJqJ15V3xLAIGES0Lm1IU4=" providerId="None" clId="Web-{43FE97BF-6929-4C90-A68C-055D5FFE9A6D}" dt="2024-10-30T20:05:00.573" v="1" actId="14100"/>
          <ac:spMkLst>
            <pc:docMk/>
            <pc:sldMk cId="1121307087" sldId="275"/>
            <ac:spMk id="4" creationId="{F5EE45BC-442F-5537-C66D-03218DAAC248}"/>
          </ac:spMkLst>
        </pc:spChg>
      </pc:sldChg>
      <pc:sldChg chg="modSp">
        <pc:chgData name="Trace Shafer" userId="XrbJnax0RagH4bMr75mmHnJqJ15V3xLAIGES0Lm1IU4=" providerId="None" clId="Web-{43FE97BF-6929-4C90-A68C-055D5FFE9A6D}" dt="2024-10-30T20:05:13.385" v="3" actId="14100"/>
        <pc:sldMkLst>
          <pc:docMk/>
          <pc:sldMk cId="1515785550" sldId="278"/>
        </pc:sldMkLst>
        <pc:spChg chg="mod">
          <ac:chgData name="Trace Shafer" userId="XrbJnax0RagH4bMr75mmHnJqJ15V3xLAIGES0Lm1IU4=" providerId="None" clId="Web-{43FE97BF-6929-4C90-A68C-055D5FFE9A6D}" dt="2024-10-30T20:05:13.385" v="3" actId="14100"/>
          <ac:spMkLst>
            <pc:docMk/>
            <pc:sldMk cId="1515785550" sldId="278"/>
            <ac:spMk id="4" creationId="{F5EE45BC-442F-5537-C66D-03218DAAC248}"/>
          </ac:spMkLst>
        </pc:spChg>
      </pc:sldChg>
      <pc:sldChg chg="modSp">
        <pc:chgData name="Trace Shafer" userId="XrbJnax0RagH4bMr75mmHnJqJ15V3xLAIGES0Lm1IU4=" providerId="None" clId="Web-{43FE97BF-6929-4C90-A68C-055D5FFE9A6D}" dt="2024-10-30T20:05:08.932" v="2" actId="14100"/>
        <pc:sldMkLst>
          <pc:docMk/>
          <pc:sldMk cId="2189994964" sldId="280"/>
        </pc:sldMkLst>
        <pc:spChg chg="mod">
          <ac:chgData name="Trace Shafer" userId="XrbJnax0RagH4bMr75mmHnJqJ15V3xLAIGES0Lm1IU4=" providerId="None" clId="Web-{43FE97BF-6929-4C90-A68C-055D5FFE9A6D}" dt="2024-10-30T20:05:08.932" v="2" actId="14100"/>
          <ac:spMkLst>
            <pc:docMk/>
            <pc:sldMk cId="2189994964" sldId="280"/>
            <ac:spMk id="4" creationId="{1AA574A0-D5F7-56D8-B847-FC19B82BF91C}"/>
          </ac:spMkLst>
        </pc:spChg>
      </pc:sldChg>
    </pc:docChg>
  </pc:docChgLst>
  <pc:docChgLst>
    <pc:chgData name="Ben Sherman" userId="B2Z592lpL5s/ObuOB+DIn3zrvTqQrPzfLcooue0z7rE=" providerId="None" clId="Web-{2613BD18-B835-484D-962A-49F0DBA20A01}"/>
    <pc:docChg chg="addSld delSld modSld sldOrd">
      <pc:chgData name="Ben Sherman" userId="B2Z592lpL5s/ObuOB+DIn3zrvTqQrPzfLcooue0z7rE=" providerId="None" clId="Web-{2613BD18-B835-484D-962A-49F0DBA20A01}" dt="2024-10-30T22:30:33.096" v="223" actId="1076"/>
      <pc:docMkLst>
        <pc:docMk/>
      </pc:docMkLst>
      <pc:sldChg chg="addSp delSp modSp">
        <pc:chgData name="Ben Sherman" userId="B2Z592lpL5s/ObuOB+DIn3zrvTqQrPzfLcooue0z7rE=" providerId="None" clId="Web-{2613BD18-B835-484D-962A-49F0DBA20A01}" dt="2024-10-30T22:23:36.843" v="179" actId="1076"/>
        <pc:sldMkLst>
          <pc:docMk/>
          <pc:sldMk cId="2363649107" sldId="266"/>
        </pc:sldMkLst>
        <pc:spChg chg="mod">
          <ac:chgData name="Ben Sherman" userId="B2Z592lpL5s/ObuOB+DIn3zrvTqQrPzfLcooue0z7rE=" providerId="None" clId="Web-{2613BD18-B835-484D-962A-49F0DBA20A01}" dt="2024-10-30T21:18:23.563" v="50" actId="20577"/>
          <ac:spMkLst>
            <pc:docMk/>
            <pc:sldMk cId="2363649107" sldId="266"/>
            <ac:spMk id="2" creationId="{C8DDF817-7874-5C02-CECC-4E106A454D5A}"/>
          </ac:spMkLst>
        </pc:spChg>
        <pc:spChg chg="add mod">
          <ac:chgData name="Ben Sherman" userId="B2Z592lpL5s/ObuOB+DIn3zrvTqQrPzfLcooue0z7rE=" providerId="None" clId="Web-{2613BD18-B835-484D-962A-49F0DBA20A01}" dt="2024-10-30T22:22:48.734" v="178" actId="14100"/>
          <ac:spMkLst>
            <pc:docMk/>
            <pc:sldMk cId="2363649107" sldId="266"/>
            <ac:spMk id="7" creationId="{7B5C9DD1-BAE5-C341-4032-85CDDDB8222F}"/>
          </ac:spMkLst>
        </pc:spChg>
        <pc:picChg chg="mod">
          <ac:chgData name="Ben Sherman" userId="B2Z592lpL5s/ObuOB+DIn3zrvTqQrPzfLcooue0z7rE=" providerId="None" clId="Web-{2613BD18-B835-484D-962A-49F0DBA20A01}" dt="2024-10-30T21:18:17.125" v="44" actId="1076"/>
          <ac:picMkLst>
            <pc:docMk/>
            <pc:sldMk cId="2363649107" sldId="266"/>
            <ac:picMk id="3" creationId="{1CF49D2A-0DDF-BB60-1B79-028AB536FCE9}"/>
          </ac:picMkLst>
        </pc:picChg>
      </pc:sldChg>
      <pc:sldChg chg="addSp modSp">
        <pc:chgData name="Ben Sherman" userId="B2Z592lpL5s/ObuOB+DIn3zrvTqQrPzfLcooue0z7rE=" providerId="None" clId="Web-{2613BD18-B835-484D-962A-49F0DBA20A01}" dt="2024-10-30T21:33:00.918" v="68" actId="14100"/>
        <pc:sldMkLst>
          <pc:docMk/>
          <pc:sldMk cId="2145951499" sldId="268"/>
        </pc:sldMkLst>
        <pc:spChg chg="mod">
          <ac:chgData name="Ben Sherman" userId="B2Z592lpL5s/ObuOB+DIn3zrvTqQrPzfLcooue0z7rE=" providerId="None" clId="Web-{2613BD18-B835-484D-962A-49F0DBA20A01}" dt="2024-10-30T21:32:39.387" v="65" actId="14100"/>
          <ac:spMkLst>
            <pc:docMk/>
            <pc:sldMk cId="2145951499" sldId="268"/>
            <ac:spMk id="3" creationId="{BC644F39-0BE6-C82D-D117-F6B8F5128E25}"/>
          </ac:spMkLst>
        </pc:spChg>
        <pc:picChg chg="add mod">
          <ac:chgData name="Ben Sherman" userId="B2Z592lpL5s/ObuOB+DIn3zrvTqQrPzfLcooue0z7rE=" providerId="None" clId="Web-{2613BD18-B835-484D-962A-49F0DBA20A01}" dt="2024-10-30T21:33:00.918" v="68" actId="14100"/>
          <ac:picMkLst>
            <pc:docMk/>
            <pc:sldMk cId="2145951499" sldId="268"/>
            <ac:picMk id="5" creationId="{70DD270C-2A60-835B-C3EC-BFC1E0D3D3EB}"/>
          </ac:picMkLst>
        </pc:picChg>
      </pc:sldChg>
      <pc:sldChg chg="modSp">
        <pc:chgData name="Ben Sherman" userId="B2Z592lpL5s/ObuOB+DIn3zrvTqQrPzfLcooue0z7rE=" providerId="None" clId="Web-{2613BD18-B835-484D-962A-49F0DBA20A01}" dt="2024-10-30T21:22:59.269" v="59" actId="20577"/>
        <pc:sldMkLst>
          <pc:docMk/>
          <pc:sldMk cId="1461588359" sldId="269"/>
        </pc:sldMkLst>
        <pc:spChg chg="mod">
          <ac:chgData name="Ben Sherman" userId="B2Z592lpL5s/ObuOB+DIn3zrvTqQrPzfLcooue0z7rE=" providerId="None" clId="Web-{2613BD18-B835-484D-962A-49F0DBA20A01}" dt="2024-10-30T21:22:59.269" v="59" actId="20577"/>
          <ac:spMkLst>
            <pc:docMk/>
            <pc:sldMk cId="1461588359" sldId="269"/>
            <ac:spMk id="3" creationId="{BC644F39-0BE6-C82D-D117-F6B8F5128E25}"/>
          </ac:spMkLst>
        </pc:spChg>
      </pc:sldChg>
      <pc:sldChg chg="addSp delSp modSp">
        <pc:chgData name="Ben Sherman" userId="B2Z592lpL5s/ObuOB+DIn3zrvTqQrPzfLcooue0z7rE=" providerId="None" clId="Web-{2613BD18-B835-484D-962A-49F0DBA20A01}" dt="2024-10-30T22:13:31.387" v="160" actId="1076"/>
        <pc:sldMkLst>
          <pc:docMk/>
          <pc:sldMk cId="667090264" sldId="292"/>
        </pc:sldMkLst>
        <pc:spChg chg="mod">
          <ac:chgData name="Ben Sherman" userId="B2Z592lpL5s/ObuOB+DIn3zrvTqQrPzfLcooue0z7rE=" providerId="None" clId="Web-{2613BD18-B835-484D-962A-49F0DBA20A01}" dt="2024-10-30T22:09:36.979" v="151" actId="20577"/>
          <ac:spMkLst>
            <pc:docMk/>
            <pc:sldMk cId="667090264" sldId="292"/>
            <ac:spMk id="3" creationId="{BC644F39-0BE6-C82D-D117-F6B8F5128E25}"/>
          </ac:spMkLst>
        </pc:spChg>
        <pc:spChg chg="add mod">
          <ac:chgData name="Ben Sherman" userId="B2Z592lpL5s/ObuOB+DIn3zrvTqQrPzfLcooue0z7rE=" providerId="None" clId="Web-{2613BD18-B835-484D-962A-49F0DBA20A01}" dt="2024-10-30T21:16:53.561" v="39" actId="20577"/>
          <ac:spMkLst>
            <pc:docMk/>
            <pc:sldMk cId="667090264" sldId="292"/>
            <ac:spMk id="12" creationId="{C96B1EAA-0788-912A-B497-850AFCF6FBAB}"/>
          </ac:spMkLst>
        </pc:spChg>
        <pc:picChg chg="add mod">
          <ac:chgData name="Ben Sherman" userId="B2Z592lpL5s/ObuOB+DIn3zrvTqQrPzfLcooue0z7rE=" providerId="None" clId="Web-{2613BD18-B835-484D-962A-49F0DBA20A01}" dt="2024-10-30T22:03:49.477" v="107" actId="1076"/>
          <ac:picMkLst>
            <pc:docMk/>
            <pc:sldMk cId="667090264" sldId="292"/>
            <ac:picMk id="15" creationId="{493482AC-F11D-8081-2F9E-4CFD26940530}"/>
          </ac:picMkLst>
        </pc:picChg>
        <pc:picChg chg="add mod">
          <ac:chgData name="Ben Sherman" userId="B2Z592lpL5s/ObuOB+DIn3zrvTqQrPzfLcooue0z7rE=" providerId="None" clId="Web-{2613BD18-B835-484D-962A-49F0DBA20A01}" dt="2024-10-30T22:03:58.446" v="109" actId="1076"/>
          <ac:picMkLst>
            <pc:docMk/>
            <pc:sldMk cId="667090264" sldId="292"/>
            <ac:picMk id="18" creationId="{D96B1EA7-FE49-70A5-1448-CE0DB3619D35}"/>
          </ac:picMkLst>
        </pc:picChg>
        <pc:picChg chg="add mod">
          <ac:chgData name="Ben Sherman" userId="B2Z592lpL5s/ObuOB+DIn3zrvTqQrPzfLcooue0z7rE=" providerId="None" clId="Web-{2613BD18-B835-484D-962A-49F0DBA20A01}" dt="2024-10-30T22:06:21.290" v="112" actId="14100"/>
          <ac:picMkLst>
            <pc:docMk/>
            <pc:sldMk cId="667090264" sldId="292"/>
            <ac:picMk id="19" creationId="{15EE8760-F736-DA1F-3528-0F7161720A5C}"/>
          </ac:picMkLst>
        </pc:picChg>
        <pc:picChg chg="add mod">
          <ac:chgData name="Ben Sherman" userId="B2Z592lpL5s/ObuOB+DIn3zrvTqQrPzfLcooue0z7rE=" providerId="None" clId="Web-{2613BD18-B835-484D-962A-49F0DBA20A01}" dt="2024-10-30T22:09:49.682" v="152" actId="1076"/>
          <ac:picMkLst>
            <pc:docMk/>
            <pc:sldMk cId="667090264" sldId="292"/>
            <ac:picMk id="21" creationId="{431B5557-F1C4-E259-C9FC-F7BC86D17419}"/>
          </ac:picMkLst>
        </pc:picChg>
        <pc:picChg chg="add mod">
          <ac:chgData name="Ben Sherman" userId="B2Z592lpL5s/ObuOB+DIn3zrvTqQrPzfLcooue0z7rE=" providerId="None" clId="Web-{2613BD18-B835-484D-962A-49F0DBA20A01}" dt="2024-10-30T22:13:31.387" v="160" actId="1076"/>
          <ac:picMkLst>
            <pc:docMk/>
            <pc:sldMk cId="667090264" sldId="292"/>
            <ac:picMk id="22" creationId="{74DFD6BA-1A97-8BFC-E338-CB920BCBA3A8}"/>
          </ac:picMkLst>
        </pc:picChg>
        <pc:picChg chg="add mod">
          <ac:chgData name="Ben Sherman" userId="B2Z592lpL5s/ObuOB+DIn3zrvTqQrPzfLcooue0z7rE=" providerId="None" clId="Web-{2613BD18-B835-484D-962A-49F0DBA20A01}" dt="2024-10-30T22:13:19.402" v="159" actId="14100"/>
          <ac:picMkLst>
            <pc:docMk/>
            <pc:sldMk cId="667090264" sldId="292"/>
            <ac:picMk id="23" creationId="{49D526DC-B479-1495-8B41-708BA2F1AAC5}"/>
          </ac:picMkLst>
        </pc:picChg>
      </pc:sldChg>
      <pc:sldChg chg="addSp delSp modSp">
        <pc:chgData name="Ben Sherman" userId="B2Z592lpL5s/ObuOB+DIn3zrvTqQrPzfLcooue0z7rE=" providerId="None" clId="Web-{2613BD18-B835-484D-962A-49F0DBA20A01}" dt="2024-10-30T22:30:33.096" v="223" actId="1076"/>
        <pc:sldMkLst>
          <pc:docMk/>
          <pc:sldMk cId="2844018199" sldId="293"/>
        </pc:sldMkLst>
        <pc:spChg chg="mod">
          <ac:chgData name="Ben Sherman" userId="B2Z592lpL5s/ObuOB+DIn3zrvTqQrPzfLcooue0z7rE=" providerId="None" clId="Web-{2613BD18-B835-484D-962A-49F0DBA20A01}" dt="2024-10-30T22:29:19.111" v="211" actId="20577"/>
          <ac:spMkLst>
            <pc:docMk/>
            <pc:sldMk cId="2844018199" sldId="293"/>
            <ac:spMk id="3" creationId="{BC644F39-0BE6-C82D-D117-F6B8F5128E25}"/>
          </ac:spMkLst>
        </pc:spChg>
        <pc:picChg chg="add mod">
          <ac:chgData name="Ben Sherman" userId="B2Z592lpL5s/ObuOB+DIn3zrvTqQrPzfLcooue0z7rE=" providerId="None" clId="Web-{2613BD18-B835-484D-962A-49F0DBA20A01}" dt="2024-10-30T22:29:46.814" v="216" actId="1076"/>
          <ac:picMkLst>
            <pc:docMk/>
            <pc:sldMk cId="2844018199" sldId="293"/>
            <ac:picMk id="5" creationId="{08EA683B-FD3C-B9A0-C912-8E21C887B9C5}"/>
          </ac:picMkLst>
        </pc:picChg>
        <pc:picChg chg="add mod">
          <ac:chgData name="Ben Sherman" userId="B2Z592lpL5s/ObuOB+DIn3zrvTqQrPzfLcooue0z7rE=" providerId="None" clId="Web-{2613BD18-B835-484D-962A-49F0DBA20A01}" dt="2024-10-30T22:30:33.096" v="223" actId="1076"/>
          <ac:picMkLst>
            <pc:docMk/>
            <pc:sldMk cId="2844018199" sldId="293"/>
            <ac:picMk id="6" creationId="{451EC6E3-1D22-35E2-D805-DC10C822E58C}"/>
          </ac:picMkLst>
        </pc:picChg>
        <pc:picChg chg="add mod">
          <ac:chgData name="Ben Sherman" userId="B2Z592lpL5s/ObuOB+DIn3zrvTqQrPzfLcooue0z7rE=" providerId="None" clId="Web-{2613BD18-B835-484D-962A-49F0DBA20A01}" dt="2024-10-30T22:30:29.440" v="222" actId="1076"/>
          <ac:picMkLst>
            <pc:docMk/>
            <pc:sldMk cId="2844018199" sldId="293"/>
            <ac:picMk id="8" creationId="{B8B193F2-A3DC-030F-EB6B-7F44D68EB120}"/>
          </ac:picMkLst>
        </pc:picChg>
      </pc:sldChg>
      <pc:sldChg chg="modSp">
        <pc:chgData name="Ben Sherman" userId="B2Z592lpL5s/ObuOB+DIn3zrvTqQrPzfLcooue0z7rE=" providerId="None" clId="Web-{2613BD18-B835-484D-962A-49F0DBA20A01}" dt="2024-10-30T22:27:26.063" v="208" actId="20577"/>
        <pc:sldMkLst>
          <pc:docMk/>
          <pc:sldMk cId="1064440267" sldId="294"/>
        </pc:sldMkLst>
        <pc:spChg chg="mod">
          <ac:chgData name="Ben Sherman" userId="B2Z592lpL5s/ObuOB+DIn3zrvTqQrPzfLcooue0z7rE=" providerId="None" clId="Web-{2613BD18-B835-484D-962A-49F0DBA20A01}" dt="2024-10-30T22:27:26.063" v="208" actId="20577"/>
          <ac:spMkLst>
            <pc:docMk/>
            <pc:sldMk cId="1064440267" sldId="294"/>
            <ac:spMk id="3" creationId="{BC644F39-0BE6-C82D-D117-F6B8F5128E25}"/>
          </ac:spMkLst>
        </pc:spChg>
      </pc:sldChg>
      <pc:sldChg chg="delSp modSp">
        <pc:chgData name="Ben Sherman" userId="B2Z592lpL5s/ObuOB+DIn3zrvTqQrPzfLcooue0z7rE=" providerId="None" clId="Web-{2613BD18-B835-484D-962A-49F0DBA20A01}" dt="2024-10-30T22:25:23.360" v="181" actId="20577"/>
        <pc:sldMkLst>
          <pc:docMk/>
          <pc:sldMk cId="3323203026" sldId="295"/>
        </pc:sldMkLst>
        <pc:spChg chg="mod">
          <ac:chgData name="Ben Sherman" userId="B2Z592lpL5s/ObuOB+DIn3zrvTqQrPzfLcooue0z7rE=" providerId="None" clId="Web-{2613BD18-B835-484D-962A-49F0DBA20A01}" dt="2024-10-30T22:25:23.360" v="181" actId="20577"/>
          <ac:spMkLst>
            <pc:docMk/>
            <pc:sldMk cId="3323203026" sldId="295"/>
            <ac:spMk id="3" creationId="{BC644F39-0BE6-C82D-D117-F6B8F5128E25}"/>
          </ac:spMkLst>
        </pc:spChg>
      </pc:sldChg>
      <pc:sldChg chg="add ord replId">
        <pc:chgData name="Ben Sherman" userId="B2Z592lpL5s/ObuOB+DIn3zrvTqQrPzfLcooue0z7rE=" providerId="None" clId="Web-{2613BD18-B835-484D-962A-49F0DBA20A01}" dt="2024-10-30T21:18:07.687" v="41"/>
        <pc:sldMkLst>
          <pc:docMk/>
          <pc:sldMk cId="2128288900" sldId="316"/>
        </pc:sldMkLst>
      </pc:sldChg>
      <pc:sldChg chg="add del replId">
        <pc:chgData name="Ben Sherman" userId="B2Z592lpL5s/ObuOB+DIn3zrvTqQrPzfLcooue0z7rE=" providerId="None" clId="Web-{2613BD18-B835-484D-962A-49F0DBA20A01}" dt="2024-10-30T21:18:30.766" v="52"/>
        <pc:sldMkLst>
          <pc:docMk/>
          <pc:sldMk cId="604875275" sldId="317"/>
        </pc:sldMkLst>
      </pc:sldChg>
    </pc:docChg>
  </pc:docChgLst>
  <pc:docChgLst>
    <pc:chgData name="Trace Shafer" userId="XrbJnax0RagH4bMr75mmHnJqJ15V3xLAIGES0Lm1IU4=" providerId="None" clId="Web-{0672B183-D7F9-4CC2-9475-16D1760EC48B}"/>
    <pc:docChg chg="modSld">
      <pc:chgData name="Trace Shafer" userId="XrbJnax0RagH4bMr75mmHnJqJ15V3xLAIGES0Lm1IU4=" providerId="None" clId="Web-{0672B183-D7F9-4CC2-9475-16D1760EC48B}" dt="2024-11-08T07:03:00.107" v="17" actId="20577"/>
      <pc:docMkLst>
        <pc:docMk/>
      </pc:docMkLst>
      <pc:sldChg chg="modSp">
        <pc:chgData name="Trace Shafer" userId="XrbJnax0RagH4bMr75mmHnJqJ15V3xLAIGES0Lm1IU4=" providerId="None" clId="Web-{0672B183-D7F9-4CC2-9475-16D1760EC48B}" dt="2024-11-08T07:03:00.107" v="17" actId="20577"/>
        <pc:sldMkLst>
          <pc:docMk/>
          <pc:sldMk cId="2363649107" sldId="266"/>
        </pc:sldMkLst>
        <pc:spChg chg="mod">
          <ac:chgData name="Trace Shafer" userId="XrbJnax0RagH4bMr75mmHnJqJ15V3xLAIGES0Lm1IU4=" providerId="None" clId="Web-{0672B183-D7F9-4CC2-9475-16D1760EC48B}" dt="2024-11-08T07:03:00.107" v="17" actId="20577"/>
          <ac:spMkLst>
            <pc:docMk/>
            <pc:sldMk cId="2363649107" sldId="266"/>
            <ac:spMk id="7" creationId="{7B5C9DD1-BAE5-C341-4032-85CDDDB8222F}"/>
          </ac:spMkLst>
        </pc:spChg>
      </pc:sldChg>
    </pc:docChg>
  </pc:docChgLst>
  <pc:docChgLst>
    <pc:chgData name="Trace Shafer" userId="XrbJnax0RagH4bMr75mmHnJqJ15V3xLAIGES0Lm1IU4=" providerId="None" clId="Web-{CD4B0D3B-A667-47D4-8D72-66D612023233}"/>
    <pc:docChg chg="modSld">
      <pc:chgData name="Trace Shafer" userId="XrbJnax0RagH4bMr75mmHnJqJ15V3xLAIGES0Lm1IU4=" providerId="None" clId="Web-{CD4B0D3B-A667-47D4-8D72-66D612023233}" dt="2024-11-01T21:56:26.114" v="901" actId="20577"/>
      <pc:docMkLst>
        <pc:docMk/>
      </pc:docMkLst>
      <pc:sldChg chg="modNotes">
        <pc:chgData name="Trace Shafer" userId="XrbJnax0RagH4bMr75mmHnJqJ15V3xLAIGES0Lm1IU4=" providerId="None" clId="Web-{CD4B0D3B-A667-47D4-8D72-66D612023233}" dt="2024-11-01T21:46:49.915" v="878"/>
        <pc:sldMkLst>
          <pc:docMk/>
          <pc:sldMk cId="4077004665" sldId="263"/>
        </pc:sldMkLst>
      </pc:sldChg>
      <pc:sldChg chg="modSp">
        <pc:chgData name="Trace Shafer" userId="XrbJnax0RagH4bMr75mmHnJqJ15V3xLAIGES0Lm1IU4=" providerId="None" clId="Web-{CD4B0D3B-A667-47D4-8D72-66D612023233}" dt="2024-11-01T19:42:02.825" v="31" actId="20577"/>
        <pc:sldMkLst>
          <pc:docMk/>
          <pc:sldMk cId="2363649107" sldId="266"/>
        </pc:sldMkLst>
        <pc:spChg chg="mod">
          <ac:chgData name="Trace Shafer" userId="XrbJnax0RagH4bMr75mmHnJqJ15V3xLAIGES0Lm1IU4=" providerId="None" clId="Web-{CD4B0D3B-A667-47D4-8D72-66D612023233}" dt="2024-11-01T19:42:02.825" v="31" actId="20577"/>
          <ac:spMkLst>
            <pc:docMk/>
            <pc:sldMk cId="2363649107" sldId="266"/>
            <ac:spMk id="2" creationId="{C8DDF817-7874-5C02-CECC-4E106A454D5A}"/>
          </ac:spMkLst>
        </pc:spChg>
      </pc:sldChg>
      <pc:sldChg chg="modNotes">
        <pc:chgData name="Trace Shafer" userId="XrbJnax0RagH4bMr75mmHnJqJ15V3xLAIGES0Lm1IU4=" providerId="None" clId="Web-{CD4B0D3B-A667-47D4-8D72-66D612023233}" dt="2024-11-01T21:45:45.398" v="863"/>
        <pc:sldMkLst>
          <pc:docMk/>
          <pc:sldMk cId="1420741441" sldId="267"/>
        </pc:sldMkLst>
      </pc:sldChg>
      <pc:sldChg chg="modNotes">
        <pc:chgData name="Trace Shafer" userId="XrbJnax0RagH4bMr75mmHnJqJ15V3xLAIGES0Lm1IU4=" providerId="None" clId="Web-{CD4B0D3B-A667-47D4-8D72-66D612023233}" dt="2024-11-01T21:55:38.332" v="887"/>
        <pc:sldMkLst>
          <pc:docMk/>
          <pc:sldMk cId="2145951499" sldId="268"/>
        </pc:sldMkLst>
      </pc:sldChg>
      <pc:sldChg chg="modNotes">
        <pc:chgData name="Trace Shafer" userId="XrbJnax0RagH4bMr75mmHnJqJ15V3xLAIGES0Lm1IU4=" providerId="None" clId="Web-{CD4B0D3B-A667-47D4-8D72-66D612023233}" dt="2024-11-01T21:45:30.226" v="853"/>
        <pc:sldMkLst>
          <pc:docMk/>
          <pc:sldMk cId="2675542483" sldId="274"/>
        </pc:sldMkLst>
      </pc:sldChg>
      <pc:sldChg chg="modSp">
        <pc:chgData name="Trace Shafer" userId="XrbJnax0RagH4bMr75mmHnJqJ15V3xLAIGES0Lm1IU4=" providerId="None" clId="Web-{CD4B0D3B-A667-47D4-8D72-66D612023233}" dt="2024-11-01T20:38:29.956" v="511" actId="20577"/>
        <pc:sldMkLst>
          <pc:docMk/>
          <pc:sldMk cId="1215839148" sldId="282"/>
        </pc:sldMkLst>
        <pc:spChg chg="mod">
          <ac:chgData name="Trace Shafer" userId="XrbJnax0RagH4bMr75mmHnJqJ15V3xLAIGES0Lm1IU4=" providerId="None" clId="Web-{CD4B0D3B-A667-47D4-8D72-66D612023233}" dt="2024-11-01T20:38:29.956" v="511" actId="20577"/>
          <ac:spMkLst>
            <pc:docMk/>
            <pc:sldMk cId="1215839148" sldId="282"/>
            <ac:spMk id="3" creationId="{BC644F39-0BE6-C82D-D117-F6B8F5128E25}"/>
          </ac:spMkLst>
        </pc:spChg>
      </pc:sldChg>
      <pc:sldChg chg="modNotes">
        <pc:chgData name="Trace Shafer" userId="XrbJnax0RagH4bMr75mmHnJqJ15V3xLAIGES0Lm1IU4=" providerId="None" clId="Web-{CD4B0D3B-A667-47D4-8D72-66D612023233}" dt="2024-11-01T21:47:00.149" v="883"/>
        <pc:sldMkLst>
          <pc:docMk/>
          <pc:sldMk cId="3713309986" sldId="286"/>
        </pc:sldMkLst>
      </pc:sldChg>
      <pc:sldChg chg="modNotes">
        <pc:chgData name="Trace Shafer" userId="XrbJnax0RagH4bMr75mmHnJqJ15V3xLAIGES0Lm1IU4=" providerId="None" clId="Web-{CD4B0D3B-A667-47D4-8D72-66D612023233}" dt="2024-11-01T21:46:46.024" v="873"/>
        <pc:sldMkLst>
          <pc:docMk/>
          <pc:sldMk cId="249317410" sldId="289"/>
        </pc:sldMkLst>
      </pc:sldChg>
      <pc:sldChg chg="modSp modNotes">
        <pc:chgData name="Trace Shafer" userId="XrbJnax0RagH4bMr75mmHnJqJ15V3xLAIGES0Lm1IU4=" providerId="None" clId="Web-{CD4B0D3B-A667-47D4-8D72-66D612023233}" dt="2024-11-01T21:45:27.601" v="850"/>
        <pc:sldMkLst>
          <pc:docMk/>
          <pc:sldMk cId="1450780681" sldId="290"/>
        </pc:sldMkLst>
      </pc:sldChg>
      <pc:sldChg chg="modSp">
        <pc:chgData name="Trace Shafer" userId="XrbJnax0RagH4bMr75mmHnJqJ15V3xLAIGES0Lm1IU4=" providerId="None" clId="Web-{CD4B0D3B-A667-47D4-8D72-66D612023233}" dt="2024-11-01T19:49:05.037" v="121" actId="1076"/>
        <pc:sldMkLst>
          <pc:docMk/>
          <pc:sldMk cId="667090264" sldId="292"/>
        </pc:sldMkLst>
        <pc:spChg chg="mod">
          <ac:chgData name="Trace Shafer" userId="XrbJnax0RagH4bMr75mmHnJqJ15V3xLAIGES0Lm1IU4=" providerId="None" clId="Web-{CD4B0D3B-A667-47D4-8D72-66D612023233}" dt="2024-11-01T19:48:27.864" v="115" actId="20577"/>
          <ac:spMkLst>
            <pc:docMk/>
            <pc:sldMk cId="667090264" sldId="292"/>
            <ac:spMk id="3" creationId="{BC644F39-0BE6-C82D-D117-F6B8F5128E25}"/>
          </ac:spMkLst>
        </pc:spChg>
        <pc:picChg chg="mod">
          <ac:chgData name="Trace Shafer" userId="XrbJnax0RagH4bMr75mmHnJqJ15V3xLAIGES0Lm1IU4=" providerId="None" clId="Web-{CD4B0D3B-A667-47D4-8D72-66D612023233}" dt="2024-11-01T19:48:33.521" v="117" actId="1076"/>
          <ac:picMkLst>
            <pc:docMk/>
            <pc:sldMk cId="667090264" sldId="292"/>
            <ac:picMk id="18" creationId="{D96B1EA7-FE49-70A5-1448-CE0DB3619D35}"/>
          </ac:picMkLst>
        </pc:picChg>
        <pc:picChg chg="mod">
          <ac:chgData name="Trace Shafer" userId="XrbJnax0RagH4bMr75mmHnJqJ15V3xLAIGES0Lm1IU4=" providerId="None" clId="Web-{CD4B0D3B-A667-47D4-8D72-66D612023233}" dt="2024-11-01T19:48:57.037" v="119" actId="1076"/>
          <ac:picMkLst>
            <pc:docMk/>
            <pc:sldMk cId="667090264" sldId="292"/>
            <ac:picMk id="19" creationId="{15EE8760-F736-DA1F-3528-0F7161720A5C}"/>
          </ac:picMkLst>
        </pc:picChg>
        <pc:picChg chg="mod">
          <ac:chgData name="Trace Shafer" userId="XrbJnax0RagH4bMr75mmHnJqJ15V3xLAIGES0Lm1IU4=" providerId="None" clId="Web-{CD4B0D3B-A667-47D4-8D72-66D612023233}" dt="2024-11-01T19:49:05.037" v="121" actId="1076"/>
          <ac:picMkLst>
            <pc:docMk/>
            <pc:sldMk cId="667090264" sldId="292"/>
            <ac:picMk id="21" creationId="{431B5557-F1C4-E259-C9FC-F7BC86D17419}"/>
          </ac:picMkLst>
        </pc:picChg>
        <pc:picChg chg="mod">
          <ac:chgData name="Trace Shafer" userId="XrbJnax0RagH4bMr75mmHnJqJ15V3xLAIGES0Lm1IU4=" providerId="None" clId="Web-{CD4B0D3B-A667-47D4-8D72-66D612023233}" dt="2024-11-01T19:49:00.709" v="120" actId="1076"/>
          <ac:picMkLst>
            <pc:docMk/>
            <pc:sldMk cId="667090264" sldId="292"/>
            <ac:picMk id="22" creationId="{74DFD6BA-1A97-8BFC-E338-CB920BCBA3A8}"/>
          </ac:picMkLst>
        </pc:picChg>
        <pc:picChg chg="mod">
          <ac:chgData name="Trace Shafer" userId="XrbJnax0RagH4bMr75mmHnJqJ15V3xLAIGES0Lm1IU4=" providerId="None" clId="Web-{CD4B0D3B-A667-47D4-8D72-66D612023233}" dt="2024-11-01T19:48:38.302" v="118" actId="1076"/>
          <ac:picMkLst>
            <pc:docMk/>
            <pc:sldMk cId="667090264" sldId="292"/>
            <ac:picMk id="23" creationId="{49D526DC-B479-1495-8B41-708BA2F1AAC5}"/>
          </ac:picMkLst>
        </pc:picChg>
      </pc:sldChg>
      <pc:sldChg chg="modNotes">
        <pc:chgData name="Trace Shafer" userId="XrbJnax0RagH4bMr75mmHnJqJ15V3xLAIGES0Lm1IU4=" providerId="None" clId="Web-{CD4B0D3B-A667-47D4-8D72-66D612023233}" dt="2024-11-01T21:45:33.632" v="858"/>
        <pc:sldMkLst>
          <pc:docMk/>
          <pc:sldMk cId="2450408537" sldId="297"/>
        </pc:sldMkLst>
      </pc:sldChg>
      <pc:sldChg chg="modNotes">
        <pc:chgData name="Trace Shafer" userId="XrbJnax0RagH4bMr75mmHnJqJ15V3xLAIGES0Lm1IU4=" providerId="None" clId="Web-{CD4B0D3B-A667-47D4-8D72-66D612023233}" dt="2024-11-01T21:45:18.022" v="838"/>
        <pc:sldMkLst>
          <pc:docMk/>
          <pc:sldMk cId="2403088468" sldId="306"/>
        </pc:sldMkLst>
      </pc:sldChg>
      <pc:sldChg chg="modNotes">
        <pc:chgData name="Trace Shafer" userId="XrbJnax0RagH4bMr75mmHnJqJ15V3xLAIGES0Lm1IU4=" providerId="None" clId="Web-{CD4B0D3B-A667-47D4-8D72-66D612023233}" dt="2024-11-01T21:45:20.929" v="841"/>
        <pc:sldMkLst>
          <pc:docMk/>
          <pc:sldMk cId="3553948468" sldId="307"/>
        </pc:sldMkLst>
      </pc:sldChg>
      <pc:sldChg chg="modSp modNotes">
        <pc:chgData name="Trace Shafer" userId="XrbJnax0RagH4bMr75mmHnJqJ15V3xLAIGES0Lm1IU4=" providerId="None" clId="Web-{CD4B0D3B-A667-47D4-8D72-66D612023233}" dt="2024-11-01T21:56:26.114" v="901" actId="20577"/>
        <pc:sldMkLst>
          <pc:docMk/>
          <pc:sldMk cId="2660272606" sldId="311"/>
        </pc:sldMkLst>
        <pc:spChg chg="mod">
          <ac:chgData name="Trace Shafer" userId="XrbJnax0RagH4bMr75mmHnJqJ15V3xLAIGES0Lm1IU4=" providerId="None" clId="Web-{CD4B0D3B-A667-47D4-8D72-66D612023233}" dt="2024-11-01T21:56:26.114" v="901" actId="20577"/>
          <ac:spMkLst>
            <pc:docMk/>
            <pc:sldMk cId="2660272606" sldId="311"/>
            <ac:spMk id="2" creationId="{C8DDF817-7874-5C02-CECC-4E106A454D5A}"/>
          </ac:spMkLst>
        </pc:spChg>
      </pc:sldChg>
      <pc:sldChg chg="modNotes">
        <pc:chgData name="Trace Shafer" userId="XrbJnax0RagH4bMr75mmHnJqJ15V3xLAIGES0Lm1IU4=" providerId="None" clId="Web-{CD4B0D3B-A667-47D4-8D72-66D612023233}" dt="2024-11-01T21:45:24.976" v="845"/>
        <pc:sldMkLst>
          <pc:docMk/>
          <pc:sldMk cId="3133785614" sldId="314"/>
        </pc:sldMkLst>
      </pc:sldChg>
      <pc:sldChg chg="modSp">
        <pc:chgData name="Trace Shafer" userId="XrbJnax0RagH4bMr75mmHnJqJ15V3xLAIGES0Lm1IU4=" providerId="None" clId="Web-{CD4B0D3B-A667-47D4-8D72-66D612023233}" dt="2024-11-01T21:44:50.209" v="833" actId="20577"/>
        <pc:sldMkLst>
          <pc:docMk/>
          <pc:sldMk cId="2128288900" sldId="316"/>
        </pc:sldMkLst>
        <pc:spChg chg="mod">
          <ac:chgData name="Trace Shafer" userId="XrbJnax0RagH4bMr75mmHnJqJ15V3xLAIGES0Lm1IU4=" providerId="None" clId="Web-{CD4B0D3B-A667-47D4-8D72-66D612023233}" dt="2024-11-01T21:44:50.209" v="833" actId="20577"/>
          <ac:spMkLst>
            <pc:docMk/>
            <pc:sldMk cId="2128288900" sldId="316"/>
            <ac:spMk id="9" creationId="{2F524B79-F74E-465C-52AF-91806B6F47DE}"/>
          </ac:spMkLst>
        </pc:spChg>
      </pc:sldChg>
    </pc:docChg>
  </pc:docChgLst>
  <pc:docChgLst>
    <pc:chgData name="Ben Sherman" userId="B2Z592lpL5s/ObuOB+DIn3zrvTqQrPzfLcooue0z7rE=" providerId="None" clId="Web-{ACC3BEE2-A123-4EB9-BE2C-C2D375796AC2}"/>
    <pc:docChg chg="addSld delSld modSld">
      <pc:chgData name="Ben Sherman" userId="B2Z592lpL5s/ObuOB+DIn3zrvTqQrPzfLcooue0z7rE=" providerId="None" clId="Web-{ACC3BEE2-A123-4EB9-BE2C-C2D375796AC2}" dt="2024-10-28T22:24:04.094" v="843" actId="1076"/>
      <pc:docMkLst>
        <pc:docMk/>
      </pc:docMkLst>
      <pc:sldChg chg="modSp">
        <pc:chgData name="Ben Sherman" userId="B2Z592lpL5s/ObuOB+DIn3zrvTqQrPzfLcooue0z7rE=" providerId="None" clId="Web-{ACC3BEE2-A123-4EB9-BE2C-C2D375796AC2}" dt="2024-10-28T21:55:25.313" v="759" actId="20577"/>
        <pc:sldMkLst>
          <pc:docMk/>
          <pc:sldMk cId="114823298" sldId="262"/>
        </pc:sldMkLst>
        <pc:spChg chg="mod">
          <ac:chgData name="Ben Sherman" userId="B2Z592lpL5s/ObuOB+DIn3zrvTqQrPzfLcooue0z7rE=" providerId="None" clId="Web-{ACC3BEE2-A123-4EB9-BE2C-C2D375796AC2}" dt="2024-10-28T21:55:25.313" v="759" actId="20577"/>
          <ac:spMkLst>
            <pc:docMk/>
            <pc:sldMk cId="114823298" sldId="262"/>
            <ac:spMk id="3" creationId="{BC644F39-0BE6-C82D-D117-F6B8F5128E25}"/>
          </ac:spMkLst>
        </pc:spChg>
      </pc:sldChg>
      <pc:sldChg chg="modSp">
        <pc:chgData name="Ben Sherman" userId="B2Z592lpL5s/ObuOB+DIn3zrvTqQrPzfLcooue0z7rE=" providerId="None" clId="Web-{ACC3BEE2-A123-4EB9-BE2C-C2D375796AC2}" dt="2024-10-28T20:17:24.934" v="145" actId="20577"/>
        <pc:sldMkLst>
          <pc:docMk/>
          <pc:sldMk cId="2363649107" sldId="266"/>
        </pc:sldMkLst>
      </pc:sldChg>
      <pc:sldChg chg="addSp modSp">
        <pc:chgData name="Ben Sherman" userId="B2Z592lpL5s/ObuOB+DIn3zrvTqQrPzfLcooue0z7rE=" providerId="None" clId="Web-{ACC3BEE2-A123-4EB9-BE2C-C2D375796AC2}" dt="2024-10-28T20:53:24.868" v="292" actId="1076"/>
        <pc:sldMkLst>
          <pc:docMk/>
          <pc:sldMk cId="1420741441" sldId="267"/>
        </pc:sldMkLst>
        <pc:spChg chg="mod">
          <ac:chgData name="Ben Sherman" userId="B2Z592lpL5s/ObuOB+DIn3zrvTqQrPzfLcooue0z7rE=" providerId="None" clId="Web-{ACC3BEE2-A123-4EB9-BE2C-C2D375796AC2}" dt="2024-10-28T20:53:17.868" v="290" actId="14100"/>
          <ac:spMkLst>
            <pc:docMk/>
            <pc:sldMk cId="1420741441" sldId="267"/>
            <ac:spMk id="2" creationId="{C8DDF817-7874-5C02-CECC-4E106A454D5A}"/>
          </ac:spMkLst>
        </pc:spChg>
        <pc:spChg chg="mod">
          <ac:chgData name="Ben Sherman" userId="B2Z592lpL5s/ObuOB+DIn3zrvTqQrPzfLcooue0z7rE=" providerId="None" clId="Web-{ACC3BEE2-A123-4EB9-BE2C-C2D375796AC2}" dt="2024-10-28T20:53:24.868" v="292" actId="1076"/>
          <ac:spMkLst>
            <pc:docMk/>
            <pc:sldMk cId="1420741441" sldId="267"/>
            <ac:spMk id="3" creationId="{BC644F39-0BE6-C82D-D117-F6B8F5128E25}"/>
          </ac:spMkLst>
        </pc:spChg>
        <pc:picChg chg="add mod">
          <ac:chgData name="Ben Sherman" userId="B2Z592lpL5s/ObuOB+DIn3zrvTqQrPzfLcooue0z7rE=" providerId="None" clId="Web-{ACC3BEE2-A123-4EB9-BE2C-C2D375796AC2}" dt="2024-10-28T20:53:09.180" v="289" actId="14100"/>
          <ac:picMkLst>
            <pc:docMk/>
            <pc:sldMk cId="1420741441" sldId="267"/>
            <ac:picMk id="5" creationId="{62FCF1A6-824A-FA8D-214E-DE6439EF78EA}"/>
          </ac:picMkLst>
        </pc:picChg>
      </pc:sldChg>
      <pc:sldChg chg="modSp">
        <pc:chgData name="Ben Sherman" userId="B2Z592lpL5s/ObuOB+DIn3zrvTqQrPzfLcooue0z7rE=" providerId="None" clId="Web-{ACC3BEE2-A123-4EB9-BE2C-C2D375796AC2}" dt="2024-10-28T22:15:19.752" v="795" actId="20577"/>
        <pc:sldMkLst>
          <pc:docMk/>
          <pc:sldMk cId="2145951499" sldId="268"/>
        </pc:sldMkLst>
        <pc:spChg chg="mod">
          <ac:chgData name="Ben Sherman" userId="B2Z592lpL5s/ObuOB+DIn3zrvTqQrPzfLcooue0z7rE=" providerId="None" clId="Web-{ACC3BEE2-A123-4EB9-BE2C-C2D375796AC2}" dt="2024-10-28T22:15:19.752" v="795" actId="20577"/>
          <ac:spMkLst>
            <pc:docMk/>
            <pc:sldMk cId="2145951499" sldId="268"/>
            <ac:spMk id="3" creationId="{BC644F39-0BE6-C82D-D117-F6B8F5128E25}"/>
          </ac:spMkLst>
        </pc:spChg>
      </pc:sldChg>
      <pc:sldChg chg="modSp">
        <pc:chgData name="Ben Sherman" userId="B2Z592lpL5s/ObuOB+DIn3zrvTqQrPzfLcooue0z7rE=" providerId="None" clId="Web-{ACC3BEE2-A123-4EB9-BE2C-C2D375796AC2}" dt="2024-10-28T22:16:10.237" v="820" actId="20577"/>
        <pc:sldMkLst>
          <pc:docMk/>
          <pc:sldMk cId="1461588359" sldId="269"/>
        </pc:sldMkLst>
        <pc:spChg chg="mod">
          <ac:chgData name="Ben Sherman" userId="B2Z592lpL5s/ObuOB+DIn3zrvTqQrPzfLcooue0z7rE=" providerId="None" clId="Web-{ACC3BEE2-A123-4EB9-BE2C-C2D375796AC2}" dt="2024-10-28T22:16:10.237" v="820" actId="20577"/>
          <ac:spMkLst>
            <pc:docMk/>
            <pc:sldMk cId="1461588359" sldId="269"/>
            <ac:spMk id="3" creationId="{BC644F39-0BE6-C82D-D117-F6B8F5128E25}"/>
          </ac:spMkLst>
        </pc:spChg>
      </pc:sldChg>
      <pc:sldChg chg="addSp modSp">
        <pc:chgData name="Ben Sherman" userId="B2Z592lpL5s/ObuOB+DIn3zrvTqQrPzfLcooue0z7rE=" providerId="None" clId="Web-{ACC3BEE2-A123-4EB9-BE2C-C2D375796AC2}" dt="2024-10-28T22:00:52.775" v="783" actId="20577"/>
        <pc:sldMkLst>
          <pc:docMk/>
          <pc:sldMk cId="1099004406" sldId="271"/>
        </pc:sldMkLst>
      </pc:sldChg>
      <pc:sldChg chg="modSp">
        <pc:chgData name="Ben Sherman" userId="B2Z592lpL5s/ObuOB+DIn3zrvTqQrPzfLcooue0z7rE=" providerId="None" clId="Web-{ACC3BEE2-A123-4EB9-BE2C-C2D375796AC2}" dt="2024-10-28T20:16:45.995" v="104" actId="1076"/>
        <pc:sldMkLst>
          <pc:docMk/>
          <pc:sldMk cId="1121307087" sldId="275"/>
        </pc:sldMkLst>
        <pc:picChg chg="mod">
          <ac:chgData name="Ben Sherman" userId="B2Z592lpL5s/ObuOB+DIn3zrvTqQrPzfLcooue0z7rE=" providerId="None" clId="Web-{ACC3BEE2-A123-4EB9-BE2C-C2D375796AC2}" dt="2024-10-28T20:16:43.261" v="103" actId="1076"/>
          <ac:picMkLst>
            <pc:docMk/>
            <pc:sldMk cId="1121307087" sldId="275"/>
            <ac:picMk id="8" creationId="{697338F3-03F8-EBEE-845E-6E9A2A12F2E4}"/>
          </ac:picMkLst>
        </pc:picChg>
      </pc:sldChg>
      <pc:sldChg chg="addSp delSp modSp modNotes">
        <pc:chgData name="Ben Sherman" userId="B2Z592lpL5s/ObuOB+DIn3zrvTqQrPzfLcooue0z7rE=" providerId="None" clId="Web-{ACC3BEE2-A123-4EB9-BE2C-C2D375796AC2}" dt="2024-10-28T22:24:04.094" v="843" actId="1076"/>
        <pc:sldMkLst>
          <pc:docMk/>
          <pc:sldMk cId="2692427565" sldId="281"/>
        </pc:sldMkLst>
        <pc:spChg chg="mod">
          <ac:chgData name="Ben Sherman" userId="B2Z592lpL5s/ObuOB+DIn3zrvTqQrPzfLcooue0z7rE=" providerId="None" clId="Web-{ACC3BEE2-A123-4EB9-BE2C-C2D375796AC2}" dt="2024-10-28T21:42:10.276" v="757" actId="20577"/>
          <ac:spMkLst>
            <pc:docMk/>
            <pc:sldMk cId="2692427565" sldId="281"/>
            <ac:spMk id="2" creationId="{C8DDF817-7874-5C02-CECC-4E106A454D5A}"/>
          </ac:spMkLst>
        </pc:spChg>
      </pc:sldChg>
      <pc:sldChg chg="delSp modSp">
        <pc:chgData name="Ben Sherman" userId="B2Z592lpL5s/ObuOB+DIn3zrvTqQrPzfLcooue0z7rE=" providerId="None" clId="Web-{ACC3BEE2-A123-4EB9-BE2C-C2D375796AC2}" dt="2024-10-28T21:14:24.699" v="649" actId="20577"/>
        <pc:sldMkLst>
          <pc:docMk/>
          <pc:sldMk cId="1215839148" sldId="282"/>
        </pc:sldMkLst>
        <pc:spChg chg="mod">
          <ac:chgData name="Ben Sherman" userId="B2Z592lpL5s/ObuOB+DIn3zrvTqQrPzfLcooue0z7rE=" providerId="None" clId="Web-{ACC3BEE2-A123-4EB9-BE2C-C2D375796AC2}" dt="2024-10-28T21:14:24.699" v="649" actId="20577"/>
          <ac:spMkLst>
            <pc:docMk/>
            <pc:sldMk cId="1215839148" sldId="282"/>
            <ac:spMk id="3" creationId="{BC644F39-0BE6-C82D-D117-F6B8F5128E25}"/>
          </ac:spMkLst>
        </pc:spChg>
      </pc:sldChg>
      <pc:sldChg chg="addSp delSp modSp">
        <pc:chgData name="Ben Sherman" userId="B2Z592lpL5s/ObuOB+DIn3zrvTqQrPzfLcooue0z7rE=" providerId="None" clId="Web-{ACC3BEE2-A123-4EB9-BE2C-C2D375796AC2}" dt="2024-10-28T22:09:08.117" v="790" actId="1076"/>
        <pc:sldMkLst>
          <pc:docMk/>
          <pc:sldMk cId="112256977" sldId="283"/>
        </pc:sldMkLst>
        <pc:picChg chg="add mod">
          <ac:chgData name="Ben Sherman" userId="B2Z592lpL5s/ObuOB+DIn3zrvTqQrPzfLcooue0z7rE=" providerId="None" clId="Web-{ACC3BEE2-A123-4EB9-BE2C-C2D375796AC2}" dt="2024-10-28T22:09:08.117" v="790" actId="1076"/>
          <ac:picMkLst>
            <pc:docMk/>
            <pc:sldMk cId="112256977" sldId="283"/>
            <ac:picMk id="6" creationId="{13FFFC06-AB53-8901-2166-FE744C8CAA15}"/>
          </ac:picMkLst>
        </pc:picChg>
      </pc:sldChg>
      <pc:sldChg chg="del">
        <pc:chgData name="Ben Sherman" userId="B2Z592lpL5s/ObuOB+DIn3zrvTqQrPzfLcooue0z7rE=" providerId="None" clId="Web-{ACC3BEE2-A123-4EB9-BE2C-C2D375796AC2}" dt="2024-10-28T21:14:36.324" v="650"/>
        <pc:sldMkLst>
          <pc:docMk/>
          <pc:sldMk cId="2101081956" sldId="284"/>
        </pc:sldMkLst>
      </pc:sldChg>
      <pc:sldChg chg="addSp modSp">
        <pc:chgData name="Ben Sherman" userId="B2Z592lpL5s/ObuOB+DIn3zrvTqQrPzfLcooue0z7rE=" providerId="None" clId="Web-{ACC3BEE2-A123-4EB9-BE2C-C2D375796AC2}" dt="2024-10-28T21:37:52.284" v="727" actId="20577"/>
        <pc:sldMkLst>
          <pc:docMk/>
          <pc:sldMk cId="1607088216" sldId="288"/>
        </pc:sldMkLst>
        <pc:spChg chg="mod">
          <ac:chgData name="Ben Sherman" userId="B2Z592lpL5s/ObuOB+DIn3zrvTqQrPzfLcooue0z7rE=" providerId="None" clId="Web-{ACC3BEE2-A123-4EB9-BE2C-C2D375796AC2}" dt="2024-10-28T21:37:11.283" v="689" actId="20577"/>
          <ac:spMkLst>
            <pc:docMk/>
            <pc:sldMk cId="1607088216" sldId="288"/>
            <ac:spMk id="2" creationId="{C8DDF817-7874-5C02-CECC-4E106A454D5A}"/>
          </ac:spMkLst>
        </pc:spChg>
      </pc:sldChg>
      <pc:sldChg chg="addSp delSp modSp">
        <pc:chgData name="Ben Sherman" userId="B2Z592lpL5s/ObuOB+DIn3zrvTqQrPzfLcooue0z7rE=" providerId="None" clId="Web-{ACC3BEE2-A123-4EB9-BE2C-C2D375796AC2}" dt="2024-10-28T21:38:33.020" v="728"/>
        <pc:sldMkLst>
          <pc:docMk/>
          <pc:sldMk cId="689826214" sldId="291"/>
        </pc:sldMkLst>
        <pc:spChg chg="mod">
          <ac:chgData name="Ben Sherman" userId="B2Z592lpL5s/ObuOB+DIn3zrvTqQrPzfLcooue0z7rE=" providerId="None" clId="Web-{ACC3BEE2-A123-4EB9-BE2C-C2D375796AC2}" dt="2024-10-28T19:28:48.623" v="12" actId="20577"/>
          <ac:spMkLst>
            <pc:docMk/>
            <pc:sldMk cId="689826214" sldId="291"/>
            <ac:spMk id="3" creationId="{BC644F39-0BE6-C82D-D117-F6B8F5128E25}"/>
          </ac:spMkLst>
        </pc:spChg>
        <pc:spChg chg="mod">
          <ac:chgData name="Ben Sherman" userId="B2Z592lpL5s/ObuOB+DIn3zrvTqQrPzfLcooue0z7rE=" providerId="None" clId="Web-{ACC3BEE2-A123-4EB9-BE2C-C2D375796AC2}" dt="2024-10-28T19:30:25.704" v="31" actId="1076"/>
          <ac:spMkLst>
            <pc:docMk/>
            <pc:sldMk cId="689826214" sldId="291"/>
            <ac:spMk id="7" creationId="{14883D0C-4763-50CC-2357-DB50044EC245}"/>
          </ac:spMkLst>
        </pc:spChg>
        <pc:spChg chg="mod">
          <ac:chgData name="Ben Sherman" userId="B2Z592lpL5s/ObuOB+DIn3zrvTqQrPzfLcooue0z7rE=" providerId="None" clId="Web-{ACC3BEE2-A123-4EB9-BE2C-C2D375796AC2}" dt="2024-10-28T19:30:20.220" v="30" actId="1076"/>
          <ac:spMkLst>
            <pc:docMk/>
            <pc:sldMk cId="689826214" sldId="291"/>
            <ac:spMk id="12" creationId="{D52255C4-B020-E737-E635-92975FE07BF8}"/>
          </ac:spMkLst>
        </pc:spChg>
        <pc:spChg chg="add mod">
          <ac:chgData name="Ben Sherman" userId="B2Z592lpL5s/ObuOB+DIn3zrvTqQrPzfLcooue0z7rE=" providerId="None" clId="Web-{ACC3BEE2-A123-4EB9-BE2C-C2D375796AC2}" dt="2024-10-28T19:53:14.779" v="87" actId="1076"/>
          <ac:spMkLst>
            <pc:docMk/>
            <pc:sldMk cId="689826214" sldId="291"/>
            <ac:spMk id="16" creationId="{99DA8A52-0421-2B8A-4519-2AE9C6D90514}"/>
          </ac:spMkLst>
        </pc:spChg>
        <pc:picChg chg="mod">
          <ac:chgData name="Ben Sherman" userId="B2Z592lpL5s/ObuOB+DIn3zrvTqQrPzfLcooue0z7rE=" providerId="None" clId="Web-{ACC3BEE2-A123-4EB9-BE2C-C2D375796AC2}" dt="2024-10-28T19:29:38.672" v="23" actId="1076"/>
          <ac:picMkLst>
            <pc:docMk/>
            <pc:sldMk cId="689826214" sldId="291"/>
            <ac:picMk id="5" creationId="{A33B93D2-3FF5-83E9-CA6C-0825E87F1742}"/>
          </ac:picMkLst>
        </pc:picChg>
        <pc:picChg chg="mod">
          <ac:chgData name="Ben Sherman" userId="B2Z592lpL5s/ObuOB+DIn3zrvTqQrPzfLcooue0z7rE=" providerId="None" clId="Web-{ACC3BEE2-A123-4EB9-BE2C-C2D375796AC2}" dt="2024-10-28T19:29:48.906" v="26" actId="1076"/>
          <ac:picMkLst>
            <pc:docMk/>
            <pc:sldMk cId="689826214" sldId="291"/>
            <ac:picMk id="6" creationId="{0D6B1B63-C6BF-5E26-94F4-8A097BD2246C}"/>
          </ac:picMkLst>
        </pc:picChg>
        <pc:picChg chg="add mod">
          <ac:chgData name="Ben Sherman" userId="B2Z592lpL5s/ObuOB+DIn3zrvTqQrPzfLcooue0z7rE=" providerId="None" clId="Web-{ACC3BEE2-A123-4EB9-BE2C-C2D375796AC2}" dt="2024-10-28T19:34:09.743" v="37" actId="1076"/>
          <ac:picMkLst>
            <pc:docMk/>
            <pc:sldMk cId="689826214" sldId="291"/>
            <ac:picMk id="9" creationId="{59CD940A-EC8D-E1D4-F007-1353FAB7B039}"/>
          </ac:picMkLst>
        </pc:picChg>
        <pc:picChg chg="mod">
          <ac:chgData name="Ben Sherman" userId="B2Z592lpL5s/ObuOB+DIn3zrvTqQrPzfLcooue0z7rE=" providerId="None" clId="Web-{ACC3BEE2-A123-4EB9-BE2C-C2D375796AC2}" dt="2024-10-28T19:28:58.311" v="14" actId="1076"/>
          <ac:picMkLst>
            <pc:docMk/>
            <pc:sldMk cId="689826214" sldId="291"/>
            <ac:picMk id="10" creationId="{C1FA05EA-1DF4-123D-F533-3A0881FC57F0}"/>
          </ac:picMkLst>
        </pc:picChg>
        <pc:picChg chg="add mod modCrop">
          <ac:chgData name="Ben Sherman" userId="B2Z592lpL5s/ObuOB+DIn3zrvTqQrPzfLcooue0z7rE=" providerId="None" clId="Web-{ACC3BEE2-A123-4EB9-BE2C-C2D375796AC2}" dt="2024-10-28T19:34:22.556" v="42"/>
          <ac:picMkLst>
            <pc:docMk/>
            <pc:sldMk cId="689826214" sldId="291"/>
            <ac:picMk id="11" creationId="{547D4F91-00B5-9C10-5AD7-6C5BDA7D6F29}"/>
          </ac:picMkLst>
        </pc:picChg>
        <pc:picChg chg="mod">
          <ac:chgData name="Ben Sherman" userId="B2Z592lpL5s/ObuOB+DIn3zrvTqQrPzfLcooue0z7rE=" providerId="None" clId="Web-{ACC3BEE2-A123-4EB9-BE2C-C2D375796AC2}" dt="2024-10-28T19:29:13.421" v="18" actId="1076"/>
          <ac:picMkLst>
            <pc:docMk/>
            <pc:sldMk cId="689826214" sldId="291"/>
            <ac:picMk id="13" creationId="{8B08FEC1-7579-D490-EA2A-3A07A8FCDE68}"/>
          </ac:picMkLst>
        </pc:picChg>
        <pc:picChg chg="add mod">
          <ac:chgData name="Ben Sherman" userId="B2Z592lpL5s/ObuOB+DIn3zrvTqQrPzfLcooue0z7rE=" providerId="None" clId="Web-{ACC3BEE2-A123-4EB9-BE2C-C2D375796AC2}" dt="2024-10-28T19:53:22.529" v="88" actId="1076"/>
          <ac:picMkLst>
            <pc:docMk/>
            <pc:sldMk cId="689826214" sldId="291"/>
            <ac:picMk id="14" creationId="{20C2458E-7B97-2558-1C6B-2E61D4C70EE6}"/>
          </ac:picMkLst>
        </pc:picChg>
        <pc:picChg chg="add mod">
          <ac:chgData name="Ben Sherman" userId="B2Z592lpL5s/ObuOB+DIn3zrvTqQrPzfLcooue0z7rE=" providerId="None" clId="Web-{ACC3BEE2-A123-4EB9-BE2C-C2D375796AC2}" dt="2024-10-28T19:52:18.621" v="72" actId="14100"/>
          <ac:picMkLst>
            <pc:docMk/>
            <pc:sldMk cId="689826214" sldId="291"/>
            <ac:picMk id="15" creationId="{1F7B6B46-19F1-3DB4-FF65-4BAD2E2ED198}"/>
          </ac:picMkLst>
        </pc:picChg>
      </pc:sldChg>
      <pc:sldChg chg="modSp modNotes">
        <pc:chgData name="Ben Sherman" userId="B2Z592lpL5s/ObuOB+DIn3zrvTqQrPzfLcooue0z7rE=" providerId="None" clId="Web-{ACC3BEE2-A123-4EB9-BE2C-C2D375796AC2}" dt="2024-10-28T19:58:35.539" v="102" actId="20577"/>
        <pc:sldMkLst>
          <pc:docMk/>
          <pc:sldMk cId="3323203026" sldId="295"/>
        </pc:sldMkLst>
        <pc:spChg chg="mod">
          <ac:chgData name="Ben Sherman" userId="B2Z592lpL5s/ObuOB+DIn3zrvTqQrPzfLcooue0z7rE=" providerId="None" clId="Web-{ACC3BEE2-A123-4EB9-BE2C-C2D375796AC2}" dt="2024-10-28T19:58:35.539" v="102" actId="20577"/>
          <ac:spMkLst>
            <pc:docMk/>
            <pc:sldMk cId="3323203026" sldId="295"/>
            <ac:spMk id="3" creationId="{BC644F39-0BE6-C82D-D117-F6B8F5128E25}"/>
          </ac:spMkLst>
        </pc:spChg>
      </pc:sldChg>
      <pc:sldChg chg="del">
        <pc:chgData name="Ben Sherman" userId="B2Z592lpL5s/ObuOB+DIn3zrvTqQrPzfLcooue0z7rE=" providerId="None" clId="Web-{ACC3BEE2-A123-4EB9-BE2C-C2D375796AC2}" dt="2024-10-28T20:23:07.663" v="270"/>
        <pc:sldMkLst>
          <pc:docMk/>
          <pc:sldMk cId="3668899520" sldId="298"/>
        </pc:sldMkLst>
      </pc:sldChg>
      <pc:sldChg chg="modSp">
        <pc:chgData name="Ben Sherman" userId="B2Z592lpL5s/ObuOB+DIn3zrvTqQrPzfLcooue0z7rE=" providerId="None" clId="Web-{ACC3BEE2-A123-4EB9-BE2C-C2D375796AC2}" dt="2024-10-28T20:22:02.646" v="259" actId="20577"/>
        <pc:sldMkLst>
          <pc:docMk/>
          <pc:sldMk cId="4174597637" sldId="301"/>
        </pc:sldMkLst>
      </pc:sldChg>
      <pc:sldChg chg="addSp delSp modSp">
        <pc:chgData name="Ben Sherman" userId="B2Z592lpL5s/ObuOB+DIn3zrvTqQrPzfLcooue0z7rE=" providerId="None" clId="Web-{ACC3BEE2-A123-4EB9-BE2C-C2D375796AC2}" dt="2024-10-28T20:22:26.490" v="262" actId="1076"/>
        <pc:sldMkLst>
          <pc:docMk/>
          <pc:sldMk cId="1553324056" sldId="303"/>
        </pc:sldMkLst>
      </pc:sldChg>
      <pc:sldChg chg="addSp delSp modSp add replId">
        <pc:chgData name="Ben Sherman" userId="B2Z592lpL5s/ObuOB+DIn3zrvTqQrPzfLcooue0z7rE=" providerId="None" clId="Web-{ACC3BEE2-A123-4EB9-BE2C-C2D375796AC2}" dt="2024-10-28T21:15:07.997" v="651"/>
        <pc:sldMkLst>
          <pc:docMk/>
          <pc:sldMk cId="2418643118" sldId="304"/>
        </pc:sldMkLst>
        <pc:spChg chg="add mod">
          <ac:chgData name="Ben Sherman" userId="B2Z592lpL5s/ObuOB+DIn3zrvTqQrPzfLcooue0z7rE=" providerId="None" clId="Web-{ACC3BEE2-A123-4EB9-BE2C-C2D375796AC2}" dt="2024-10-28T20:23:04.007" v="268"/>
          <ac:spMkLst>
            <pc:docMk/>
            <pc:sldMk cId="2418643118" sldId="304"/>
            <ac:spMk id="9" creationId="{FCE527FF-7CCA-DE2E-17AD-88A3B944D195}"/>
          </ac:spMkLst>
        </pc:spChg>
        <pc:spChg chg="add mod">
          <ac:chgData name="Ben Sherman" userId="B2Z592lpL5s/ObuOB+DIn3zrvTqQrPzfLcooue0z7rE=" providerId="None" clId="Web-{ACC3BEE2-A123-4EB9-BE2C-C2D375796AC2}" dt="2024-10-28T21:15:07.997" v="651"/>
          <ac:spMkLst>
            <pc:docMk/>
            <pc:sldMk cId="2418643118" sldId="304"/>
            <ac:spMk id="11" creationId="{C10B06FB-9666-0215-1DB2-75EEC61200C3}"/>
          </ac:spMkLst>
        </pc:spChg>
      </pc:sldChg>
      <pc:sldChg chg="addSp delSp modSp add replId">
        <pc:chgData name="Ben Sherman" userId="B2Z592lpL5s/ObuOB+DIn3zrvTqQrPzfLcooue0z7rE=" providerId="None" clId="Web-{ACC3BEE2-A123-4EB9-BE2C-C2D375796AC2}" dt="2024-10-28T21:10:33.646" v="509" actId="20577"/>
        <pc:sldMkLst>
          <pc:docMk/>
          <pc:sldMk cId="1025805518" sldId="309"/>
        </pc:sldMkLst>
        <pc:spChg chg="mod">
          <ac:chgData name="Ben Sherman" userId="B2Z592lpL5s/ObuOB+DIn3zrvTqQrPzfLcooue0z7rE=" providerId="None" clId="Web-{ACC3BEE2-A123-4EB9-BE2C-C2D375796AC2}" dt="2024-10-28T21:10:33.646" v="509" actId="20577"/>
          <ac:spMkLst>
            <pc:docMk/>
            <pc:sldMk cId="1025805518" sldId="309"/>
            <ac:spMk id="2" creationId="{C8DDF817-7874-5C02-CECC-4E106A454D5A}"/>
          </ac:spMkLst>
        </pc:spChg>
        <pc:spChg chg="add mod">
          <ac:chgData name="Ben Sherman" userId="B2Z592lpL5s/ObuOB+DIn3zrvTqQrPzfLcooue0z7rE=" providerId="None" clId="Web-{ACC3BEE2-A123-4EB9-BE2C-C2D375796AC2}" dt="2024-10-28T20:56:26.201" v="322" actId="20577"/>
          <ac:spMkLst>
            <pc:docMk/>
            <pc:sldMk cId="1025805518" sldId="309"/>
            <ac:spMk id="8" creationId="{02CDAFE5-1176-072F-FEA7-604630BA1D7A}"/>
          </ac:spMkLst>
        </pc:spChg>
        <pc:picChg chg="mod">
          <ac:chgData name="Ben Sherman" userId="B2Z592lpL5s/ObuOB+DIn3zrvTqQrPzfLcooue0z7rE=" providerId="None" clId="Web-{ACC3BEE2-A123-4EB9-BE2C-C2D375796AC2}" dt="2024-10-28T20:54:39.526" v="300" actId="1076"/>
          <ac:picMkLst>
            <pc:docMk/>
            <pc:sldMk cId="1025805518" sldId="309"/>
            <ac:picMk id="5" creationId="{3809C2F5-D68F-BB9E-ED71-9020F3266F70}"/>
          </ac:picMkLst>
        </pc:picChg>
      </pc:sldChg>
      <pc:sldChg chg="delSp modSp add replId">
        <pc:chgData name="Ben Sherman" userId="B2Z592lpL5s/ObuOB+DIn3zrvTqQrPzfLcooue0z7rE=" providerId="None" clId="Web-{ACC3BEE2-A123-4EB9-BE2C-C2D375796AC2}" dt="2024-10-28T21:42:01.166" v="751" actId="20577"/>
        <pc:sldMkLst>
          <pc:docMk/>
          <pc:sldMk cId="1573810746" sldId="312"/>
        </pc:sldMkLst>
        <pc:spChg chg="mod">
          <ac:chgData name="Ben Sherman" userId="B2Z592lpL5s/ObuOB+DIn3zrvTqQrPzfLcooue0z7rE=" providerId="None" clId="Web-{ACC3BEE2-A123-4EB9-BE2C-C2D375796AC2}" dt="2024-10-28T21:42:01.166" v="751" actId="20577"/>
          <ac:spMkLst>
            <pc:docMk/>
            <pc:sldMk cId="1573810746" sldId="312"/>
            <ac:spMk id="2" creationId="{C8DDF817-7874-5C02-CECC-4E106A454D5A}"/>
          </ac:spMkLst>
        </pc:spChg>
      </pc:sldChg>
      <pc:sldChg chg="add replId">
        <pc:chgData name="Ben Sherman" userId="B2Z592lpL5s/ObuOB+DIn3zrvTqQrPzfLcooue0z7rE=" providerId="None" clId="Web-{ACC3BEE2-A123-4EB9-BE2C-C2D375796AC2}" dt="2024-10-28T21:37:00.798" v="675"/>
        <pc:sldMkLst>
          <pc:docMk/>
          <pc:sldMk cId="1474794166" sldId="313"/>
        </pc:sldMkLst>
      </pc:sldChg>
    </pc:docChg>
  </pc:docChgLst>
  <pc:docChgLst>
    <pc:chgData name="Ben Sherman" userId="B2Z592lpL5s/ObuOB+DIn3zrvTqQrPzfLcooue0z7rE=" providerId="None" clId="Web-{09547095-225E-44A0-B7BD-BA2B98417F5F}"/>
    <pc:docChg chg="modSld sldOrd">
      <pc:chgData name="Ben Sherman" userId="B2Z592lpL5s/ObuOB+DIn3zrvTqQrPzfLcooue0z7rE=" providerId="None" clId="Web-{09547095-225E-44A0-B7BD-BA2B98417F5F}" dt="2024-11-08T23:07:10.967" v="145" actId="1076"/>
      <pc:docMkLst>
        <pc:docMk/>
      </pc:docMkLst>
      <pc:sldChg chg="modSp ord">
        <pc:chgData name="Ben Sherman" userId="B2Z592lpL5s/ObuOB+DIn3zrvTqQrPzfLcooue0z7rE=" providerId="None" clId="Web-{09547095-225E-44A0-B7BD-BA2B98417F5F}" dt="2024-11-08T20:23:14.988" v="111"/>
        <pc:sldMkLst>
          <pc:docMk/>
          <pc:sldMk cId="2078996173" sldId="265"/>
        </pc:sldMkLst>
        <pc:spChg chg="mod">
          <ac:chgData name="Ben Sherman" userId="B2Z592lpL5s/ObuOB+DIn3zrvTqQrPzfLcooue0z7rE=" providerId="None" clId="Web-{09547095-225E-44A0-B7BD-BA2B98417F5F}" dt="2024-11-08T20:22:53.629" v="105" actId="20577"/>
          <ac:spMkLst>
            <pc:docMk/>
            <pc:sldMk cId="2078996173" sldId="265"/>
            <ac:spMk id="3" creationId="{BC644F39-0BE6-C82D-D117-F6B8F5128E25}"/>
          </ac:spMkLst>
        </pc:spChg>
      </pc:sldChg>
      <pc:sldChg chg="ord">
        <pc:chgData name="Ben Sherman" userId="B2Z592lpL5s/ObuOB+DIn3zrvTqQrPzfLcooue0z7rE=" providerId="None" clId="Web-{09547095-225E-44A0-B7BD-BA2B98417F5F}" dt="2024-11-08T20:23:14.988" v="106"/>
        <pc:sldMkLst>
          <pc:docMk/>
          <pc:sldMk cId="1420741441" sldId="267"/>
        </pc:sldMkLst>
      </pc:sldChg>
      <pc:sldChg chg="ord">
        <pc:chgData name="Ben Sherman" userId="B2Z592lpL5s/ObuOB+DIn3zrvTqQrPzfLcooue0z7rE=" providerId="None" clId="Web-{09547095-225E-44A0-B7BD-BA2B98417F5F}" dt="2024-11-08T20:23:14.988" v="109"/>
        <pc:sldMkLst>
          <pc:docMk/>
          <pc:sldMk cId="2145951499" sldId="268"/>
        </pc:sldMkLst>
      </pc:sldChg>
      <pc:sldChg chg="ord">
        <pc:chgData name="Ben Sherman" userId="B2Z592lpL5s/ObuOB+DIn3zrvTqQrPzfLcooue0z7rE=" providerId="None" clId="Web-{09547095-225E-44A0-B7BD-BA2B98417F5F}" dt="2024-11-08T20:23:14.988" v="110"/>
        <pc:sldMkLst>
          <pc:docMk/>
          <pc:sldMk cId="1461588359" sldId="269"/>
        </pc:sldMkLst>
      </pc:sldChg>
      <pc:sldChg chg="ord">
        <pc:chgData name="Ben Sherman" userId="B2Z592lpL5s/ObuOB+DIn3zrvTqQrPzfLcooue0z7rE=" providerId="None" clId="Web-{09547095-225E-44A0-B7BD-BA2B98417F5F}" dt="2024-11-08T20:23:14.988" v="108"/>
        <pc:sldMkLst>
          <pc:docMk/>
          <pc:sldMk cId="507670785" sldId="277"/>
        </pc:sldMkLst>
      </pc:sldChg>
      <pc:sldChg chg="ord">
        <pc:chgData name="Ben Sherman" userId="B2Z592lpL5s/ObuOB+DIn3zrvTqQrPzfLcooue0z7rE=" providerId="None" clId="Web-{09547095-225E-44A0-B7BD-BA2B98417F5F}" dt="2024-11-08T20:23:14.988" v="107"/>
        <pc:sldMkLst>
          <pc:docMk/>
          <pc:sldMk cId="112256977" sldId="283"/>
        </pc:sldMkLst>
      </pc:sldChg>
      <pc:sldChg chg="ord">
        <pc:chgData name="Ben Sherman" userId="B2Z592lpL5s/ObuOB+DIn3zrvTqQrPzfLcooue0z7rE=" providerId="None" clId="Web-{09547095-225E-44A0-B7BD-BA2B98417F5F}" dt="2024-11-08T20:24:29.410" v="116"/>
        <pc:sldMkLst>
          <pc:docMk/>
          <pc:sldMk cId="1607088216" sldId="288"/>
        </pc:sldMkLst>
      </pc:sldChg>
      <pc:sldChg chg="addSp modSp">
        <pc:chgData name="Ben Sherman" userId="B2Z592lpL5s/ObuOB+DIn3zrvTqQrPzfLcooue0z7rE=" providerId="None" clId="Web-{09547095-225E-44A0-B7BD-BA2B98417F5F}" dt="2024-11-08T23:07:10.967" v="145" actId="1076"/>
        <pc:sldMkLst>
          <pc:docMk/>
          <pc:sldMk cId="1573810746" sldId="312"/>
        </pc:sldMkLst>
        <pc:spChg chg="mod">
          <ac:chgData name="Ben Sherman" userId="B2Z592lpL5s/ObuOB+DIn3zrvTqQrPzfLcooue0z7rE=" providerId="None" clId="Web-{09547095-225E-44A0-B7BD-BA2B98417F5F}" dt="2024-11-08T20:28:58.877" v="143" actId="1076"/>
          <ac:spMkLst>
            <pc:docMk/>
            <pc:sldMk cId="1573810746" sldId="312"/>
            <ac:spMk id="2" creationId="{C8DDF817-7874-5C02-CECC-4E106A454D5A}"/>
          </ac:spMkLst>
        </pc:spChg>
        <pc:picChg chg="add mod">
          <ac:chgData name="Ben Sherman" userId="B2Z592lpL5s/ObuOB+DIn3zrvTqQrPzfLcooue0z7rE=" providerId="None" clId="Web-{09547095-225E-44A0-B7BD-BA2B98417F5F}" dt="2024-11-08T20:29:01.893" v="144" actId="1076"/>
          <ac:picMkLst>
            <pc:docMk/>
            <pc:sldMk cId="1573810746" sldId="312"/>
            <ac:picMk id="3" creationId="{AC288DFE-6774-5C30-3F9C-05835EAA8EBE}"/>
          </ac:picMkLst>
        </pc:picChg>
        <pc:picChg chg="add mod">
          <ac:chgData name="Ben Sherman" userId="B2Z592lpL5s/ObuOB+DIn3zrvTqQrPzfLcooue0z7rE=" providerId="None" clId="Web-{09547095-225E-44A0-B7BD-BA2B98417F5F}" dt="2024-11-08T23:07:10.967" v="145" actId="1076"/>
          <ac:picMkLst>
            <pc:docMk/>
            <pc:sldMk cId="1573810746" sldId="312"/>
            <ac:picMk id="5" creationId="{80DEA5C3-0B90-9D7E-8A19-E12FEC420CC8}"/>
          </ac:picMkLst>
        </pc:picChg>
        <pc:picChg chg="add mod">
          <ac:chgData name="Ben Sherman" userId="B2Z592lpL5s/ObuOB+DIn3zrvTqQrPzfLcooue0z7rE=" providerId="None" clId="Web-{09547095-225E-44A0-B7BD-BA2B98417F5F}" dt="2024-11-08T20:28:21.815" v="139" actId="14100"/>
          <ac:picMkLst>
            <pc:docMk/>
            <pc:sldMk cId="1573810746" sldId="312"/>
            <ac:picMk id="6" creationId="{FA650960-D30F-7AB3-4393-9A18E19048D0}"/>
          </ac:picMkLst>
        </pc:picChg>
        <pc:picChg chg="add mod">
          <ac:chgData name="Ben Sherman" userId="B2Z592lpL5s/ObuOB+DIn3zrvTqQrPzfLcooue0z7rE=" providerId="None" clId="Web-{09547095-225E-44A0-B7BD-BA2B98417F5F}" dt="2024-11-08T20:28:52.955" v="142" actId="14100"/>
          <ac:picMkLst>
            <pc:docMk/>
            <pc:sldMk cId="1573810746" sldId="312"/>
            <ac:picMk id="7" creationId="{768BA3A6-0190-2077-967B-501F814FF751}"/>
          </ac:picMkLst>
        </pc:picChg>
      </pc:sldChg>
    </pc:docChg>
  </pc:docChgLst>
  <pc:docChgLst>
    <pc:chgData name="Trace Shafer" userId="XrbJnax0RagH4bMr75mmHnJqJ15V3xLAIGES0Lm1IU4=" providerId="None" clId="Web-{4935E3CA-1C5E-46DC-B027-AA0598BDA377}"/>
    <pc:docChg chg="modSld">
      <pc:chgData name="Trace Shafer" userId="XrbJnax0RagH4bMr75mmHnJqJ15V3xLAIGES0Lm1IU4=" providerId="None" clId="Web-{4935E3CA-1C5E-46DC-B027-AA0598BDA377}" dt="2024-11-08T05:51:34.319" v="35" actId="20577"/>
      <pc:docMkLst>
        <pc:docMk/>
      </pc:docMkLst>
      <pc:sldChg chg="modSp">
        <pc:chgData name="Trace Shafer" userId="XrbJnax0RagH4bMr75mmHnJqJ15V3xLAIGES0Lm1IU4=" providerId="None" clId="Web-{4935E3CA-1C5E-46DC-B027-AA0598BDA377}" dt="2024-11-08T05:51:34.319" v="35" actId="20577"/>
        <pc:sldMkLst>
          <pc:docMk/>
          <pc:sldMk cId="114823298" sldId="262"/>
        </pc:sldMkLst>
        <pc:spChg chg="mod">
          <ac:chgData name="Trace Shafer" userId="XrbJnax0RagH4bMr75mmHnJqJ15V3xLAIGES0Lm1IU4=" providerId="None" clId="Web-{4935E3CA-1C5E-46DC-B027-AA0598BDA377}" dt="2024-11-08T05:51:34.319" v="35" actId="20577"/>
          <ac:spMkLst>
            <pc:docMk/>
            <pc:sldMk cId="114823298" sldId="262"/>
            <ac:spMk id="2" creationId="{C8DDF817-7874-5C02-CECC-4E106A454D5A}"/>
          </ac:spMkLst>
        </pc:spChg>
      </pc:sldChg>
    </pc:docChg>
  </pc:docChgLst>
  <pc:docChgLst>
    <pc:chgData name="Ben Sherman" userId="B2Z592lpL5s/ObuOB+DIn3zrvTqQrPzfLcooue0z7rE=" providerId="None" clId="Web-{59F95BA6-6ADC-4E59-A023-8EC95277C865}"/>
    <pc:docChg chg="addSld delSld modSld sldOrd">
      <pc:chgData name="Ben Sherman" userId="B2Z592lpL5s/ObuOB+DIn3zrvTqQrPzfLcooue0z7rE=" providerId="None" clId="Web-{59F95BA6-6ADC-4E59-A023-8EC95277C865}" dt="2024-10-23T22:47:43.442" v="820" actId="20577"/>
      <pc:docMkLst>
        <pc:docMk/>
      </pc:docMkLst>
      <pc:sldChg chg="modSp">
        <pc:chgData name="Ben Sherman" userId="B2Z592lpL5s/ObuOB+DIn3zrvTqQrPzfLcooue0z7rE=" providerId="None" clId="Web-{59F95BA6-6ADC-4E59-A023-8EC95277C865}" dt="2024-10-23T21:00:10.744" v="171" actId="14100"/>
        <pc:sldMkLst>
          <pc:docMk/>
          <pc:sldMk cId="4077004665" sldId="263"/>
        </pc:sldMkLst>
        <pc:spChg chg="mod">
          <ac:chgData name="Ben Sherman" userId="B2Z592lpL5s/ObuOB+DIn3zrvTqQrPzfLcooue0z7rE=" providerId="None" clId="Web-{59F95BA6-6ADC-4E59-A023-8EC95277C865}" dt="2024-10-23T21:00:03.853" v="170" actId="20577"/>
          <ac:spMkLst>
            <pc:docMk/>
            <pc:sldMk cId="4077004665" sldId="263"/>
            <ac:spMk id="2" creationId="{C8DDF817-7874-5C02-CECC-4E106A454D5A}"/>
          </ac:spMkLst>
        </pc:spChg>
        <pc:spChg chg="mod">
          <ac:chgData name="Ben Sherman" userId="B2Z592lpL5s/ObuOB+DIn3zrvTqQrPzfLcooue0z7rE=" providerId="None" clId="Web-{59F95BA6-6ADC-4E59-A023-8EC95277C865}" dt="2024-10-23T21:00:10.744" v="171" actId="14100"/>
          <ac:spMkLst>
            <pc:docMk/>
            <pc:sldMk cId="4077004665" sldId="263"/>
            <ac:spMk id="3" creationId="{BC644F39-0BE6-C82D-D117-F6B8F5128E25}"/>
          </ac:spMkLst>
        </pc:spChg>
      </pc:sldChg>
      <pc:sldChg chg="modSp">
        <pc:chgData name="Ben Sherman" userId="B2Z592lpL5s/ObuOB+DIn3zrvTqQrPzfLcooue0z7rE=" providerId="None" clId="Web-{59F95BA6-6ADC-4E59-A023-8EC95277C865}" dt="2024-10-23T21:09:24.748" v="195" actId="20577"/>
        <pc:sldMkLst>
          <pc:docMk/>
          <pc:sldMk cId="2363649107" sldId="266"/>
        </pc:sldMkLst>
      </pc:sldChg>
      <pc:sldChg chg="ord">
        <pc:chgData name="Ben Sherman" userId="B2Z592lpL5s/ObuOB+DIn3zrvTqQrPzfLcooue0z7rE=" providerId="None" clId="Web-{59F95BA6-6ADC-4E59-A023-8EC95277C865}" dt="2024-10-23T21:50:59.899" v="226"/>
        <pc:sldMkLst>
          <pc:docMk/>
          <pc:sldMk cId="2145951499" sldId="268"/>
        </pc:sldMkLst>
      </pc:sldChg>
      <pc:sldChg chg="addSp delSp modSp">
        <pc:chgData name="Ben Sherman" userId="B2Z592lpL5s/ObuOB+DIn3zrvTqQrPzfLcooue0z7rE=" providerId="None" clId="Web-{59F95BA6-6ADC-4E59-A023-8EC95277C865}" dt="2024-10-23T21:11:46.831" v="200" actId="14100"/>
        <pc:sldMkLst>
          <pc:docMk/>
          <pc:sldMk cId="507670785" sldId="277"/>
        </pc:sldMkLst>
        <pc:picChg chg="add mod">
          <ac:chgData name="Ben Sherman" userId="B2Z592lpL5s/ObuOB+DIn3zrvTqQrPzfLcooue0z7rE=" providerId="None" clId="Web-{59F95BA6-6ADC-4E59-A023-8EC95277C865}" dt="2024-10-23T21:11:46.831" v="200" actId="14100"/>
          <ac:picMkLst>
            <pc:docMk/>
            <pc:sldMk cId="507670785" sldId="277"/>
            <ac:picMk id="3" creationId="{8CFF8777-5FD5-B1D6-895A-9D7C949311DB}"/>
          </ac:picMkLst>
        </pc:picChg>
      </pc:sldChg>
      <pc:sldChg chg="addSp modSp">
        <pc:chgData name="Ben Sherman" userId="B2Z592lpL5s/ObuOB+DIn3zrvTqQrPzfLcooue0z7rE=" providerId="None" clId="Web-{59F95BA6-6ADC-4E59-A023-8EC95277C865}" dt="2024-10-23T21:14:44.978" v="203" actId="14100"/>
        <pc:sldMkLst>
          <pc:docMk/>
          <pc:sldMk cId="112256977" sldId="283"/>
        </pc:sldMkLst>
      </pc:sldChg>
      <pc:sldChg chg="modSp">
        <pc:chgData name="Ben Sherman" userId="B2Z592lpL5s/ObuOB+DIn3zrvTqQrPzfLcooue0z7rE=" providerId="None" clId="Web-{59F95BA6-6ADC-4E59-A023-8EC95277C865}" dt="2024-10-23T21:44:02.213" v="211" actId="20577"/>
        <pc:sldMkLst>
          <pc:docMk/>
          <pc:sldMk cId="3951028242" sldId="285"/>
        </pc:sldMkLst>
        <pc:spChg chg="mod">
          <ac:chgData name="Ben Sherman" userId="B2Z592lpL5s/ObuOB+DIn3zrvTqQrPzfLcooue0z7rE=" providerId="None" clId="Web-{59F95BA6-6ADC-4E59-A023-8EC95277C865}" dt="2024-10-23T21:44:02.213" v="211" actId="20577"/>
          <ac:spMkLst>
            <pc:docMk/>
            <pc:sldMk cId="3951028242" sldId="285"/>
            <ac:spMk id="3" creationId="{BC644F39-0BE6-C82D-D117-F6B8F5128E25}"/>
          </ac:spMkLst>
        </pc:spChg>
      </pc:sldChg>
      <pc:sldChg chg="modSp">
        <pc:chgData name="Ben Sherman" userId="B2Z592lpL5s/ObuOB+DIn3zrvTqQrPzfLcooue0z7rE=" providerId="None" clId="Web-{59F95BA6-6ADC-4E59-A023-8EC95277C865}" dt="2024-10-23T22:00:29.654" v="327" actId="20577"/>
        <pc:sldMkLst>
          <pc:docMk/>
          <pc:sldMk cId="3713309986" sldId="286"/>
        </pc:sldMkLst>
        <pc:spChg chg="mod">
          <ac:chgData name="Ben Sherman" userId="B2Z592lpL5s/ObuOB+DIn3zrvTqQrPzfLcooue0z7rE=" providerId="None" clId="Web-{59F95BA6-6ADC-4E59-A023-8EC95277C865}" dt="2024-10-23T22:00:29.654" v="327" actId="20577"/>
          <ac:spMkLst>
            <pc:docMk/>
            <pc:sldMk cId="3713309986" sldId="286"/>
            <ac:spMk id="3" creationId="{BC644F39-0BE6-C82D-D117-F6B8F5128E25}"/>
          </ac:spMkLst>
        </pc:spChg>
      </pc:sldChg>
      <pc:sldChg chg="modSp">
        <pc:chgData name="Ben Sherman" userId="B2Z592lpL5s/ObuOB+DIn3zrvTqQrPzfLcooue0z7rE=" providerId="None" clId="Web-{59F95BA6-6ADC-4E59-A023-8EC95277C865}" dt="2024-10-23T22:47:43.442" v="820" actId="20577"/>
        <pc:sldMkLst>
          <pc:docMk/>
          <pc:sldMk cId="1607088216" sldId="288"/>
        </pc:sldMkLst>
        <pc:spChg chg="mod">
          <ac:chgData name="Ben Sherman" userId="B2Z592lpL5s/ObuOB+DIn3zrvTqQrPzfLcooue0z7rE=" providerId="None" clId="Web-{59F95BA6-6ADC-4E59-A023-8EC95277C865}" dt="2024-10-23T22:47:36.005" v="794" actId="20577"/>
          <ac:spMkLst>
            <pc:docMk/>
            <pc:sldMk cId="1607088216" sldId="288"/>
            <ac:spMk id="2" creationId="{C8DDF817-7874-5C02-CECC-4E106A454D5A}"/>
          </ac:spMkLst>
        </pc:spChg>
        <pc:spChg chg="mod">
          <ac:chgData name="Ben Sherman" userId="B2Z592lpL5s/ObuOB+DIn3zrvTqQrPzfLcooue0z7rE=" providerId="None" clId="Web-{59F95BA6-6ADC-4E59-A023-8EC95277C865}" dt="2024-10-23T22:47:43.442" v="820" actId="20577"/>
          <ac:spMkLst>
            <pc:docMk/>
            <pc:sldMk cId="1607088216" sldId="288"/>
            <ac:spMk id="3" creationId="{BC644F39-0BE6-C82D-D117-F6B8F5128E25}"/>
          </ac:spMkLst>
        </pc:spChg>
      </pc:sldChg>
      <pc:sldChg chg="add replId">
        <pc:chgData name="Ben Sherman" userId="B2Z592lpL5s/ObuOB+DIn3zrvTqQrPzfLcooue0z7rE=" providerId="None" clId="Web-{59F95BA6-6ADC-4E59-A023-8EC95277C865}" dt="2024-10-23T20:58:29.021" v="142"/>
        <pc:sldMkLst>
          <pc:docMk/>
          <pc:sldMk cId="249317410" sldId="289"/>
        </pc:sldMkLst>
      </pc:sldChg>
      <pc:sldChg chg="addSp delSp modSp add del ord replId">
        <pc:chgData name="Ben Sherman" userId="B2Z592lpL5s/ObuOB+DIn3zrvTqQrPzfLcooue0z7rE=" providerId="None" clId="Web-{59F95BA6-6ADC-4E59-A023-8EC95277C865}" dt="2024-10-23T20:58:23.943" v="141"/>
        <pc:sldMkLst>
          <pc:docMk/>
          <pc:sldMk cId="2442858663" sldId="289"/>
        </pc:sldMkLst>
      </pc:sldChg>
      <pc:sldChg chg="add del replId">
        <pc:chgData name="Ben Sherman" userId="B2Z592lpL5s/ObuOB+DIn3zrvTqQrPzfLcooue0z7rE=" providerId="None" clId="Web-{59F95BA6-6ADC-4E59-A023-8EC95277C865}" dt="2024-10-23T20:57:21.863" v="130"/>
        <pc:sldMkLst>
          <pc:docMk/>
          <pc:sldMk cId="122151210" sldId="290"/>
        </pc:sldMkLst>
      </pc:sldChg>
      <pc:sldChg chg="add del replId">
        <pc:chgData name="Ben Sherman" userId="B2Z592lpL5s/ObuOB+DIn3zrvTqQrPzfLcooue0z7rE=" providerId="None" clId="Web-{59F95BA6-6ADC-4E59-A023-8EC95277C865}" dt="2024-10-23T20:57:41.973" v="134"/>
        <pc:sldMkLst>
          <pc:docMk/>
          <pc:sldMk cId="870005302" sldId="290"/>
        </pc:sldMkLst>
      </pc:sldChg>
      <pc:sldChg chg="modSp add replId">
        <pc:chgData name="Ben Sherman" userId="B2Z592lpL5s/ObuOB+DIn3zrvTqQrPzfLcooue0z7rE=" providerId="None" clId="Web-{59F95BA6-6ADC-4E59-A023-8EC95277C865}" dt="2024-10-23T22:39:21.253" v="770" actId="20577"/>
        <pc:sldMkLst>
          <pc:docMk/>
          <pc:sldMk cId="689826214" sldId="291"/>
        </pc:sldMkLst>
        <pc:spChg chg="mod">
          <ac:chgData name="Ben Sherman" userId="B2Z592lpL5s/ObuOB+DIn3zrvTqQrPzfLcooue0z7rE=" providerId="None" clId="Web-{59F95BA6-6ADC-4E59-A023-8EC95277C865}" dt="2024-10-23T21:53:03.560" v="242" actId="20577"/>
          <ac:spMkLst>
            <pc:docMk/>
            <pc:sldMk cId="689826214" sldId="291"/>
            <ac:spMk id="2" creationId="{C8DDF817-7874-5C02-CECC-4E106A454D5A}"/>
          </ac:spMkLst>
        </pc:spChg>
        <pc:spChg chg="mod">
          <ac:chgData name="Ben Sherman" userId="B2Z592lpL5s/ObuOB+DIn3zrvTqQrPzfLcooue0z7rE=" providerId="None" clId="Web-{59F95BA6-6ADC-4E59-A023-8EC95277C865}" dt="2024-10-23T22:39:21.253" v="770" actId="20577"/>
          <ac:spMkLst>
            <pc:docMk/>
            <pc:sldMk cId="689826214" sldId="291"/>
            <ac:spMk id="3" creationId="{BC644F39-0BE6-C82D-D117-F6B8F5128E25}"/>
          </ac:spMkLst>
        </pc:spChg>
      </pc:sldChg>
      <pc:sldChg chg="modSp add replId">
        <pc:chgData name="Ben Sherman" userId="B2Z592lpL5s/ObuOB+DIn3zrvTqQrPzfLcooue0z7rE=" providerId="None" clId="Web-{59F95BA6-6ADC-4E59-A023-8EC95277C865}" dt="2024-10-23T22:39:44.316" v="780" actId="20577"/>
        <pc:sldMkLst>
          <pc:docMk/>
          <pc:sldMk cId="667090264" sldId="292"/>
        </pc:sldMkLst>
        <pc:spChg chg="mod">
          <ac:chgData name="Ben Sherman" userId="B2Z592lpL5s/ObuOB+DIn3zrvTqQrPzfLcooue0z7rE=" providerId="None" clId="Web-{59F95BA6-6ADC-4E59-A023-8EC95277C865}" dt="2024-10-23T21:53:32.858" v="254" actId="20577"/>
          <ac:spMkLst>
            <pc:docMk/>
            <pc:sldMk cId="667090264" sldId="292"/>
            <ac:spMk id="2" creationId="{C8DDF817-7874-5C02-CECC-4E106A454D5A}"/>
          </ac:spMkLst>
        </pc:spChg>
        <pc:spChg chg="mod">
          <ac:chgData name="Ben Sherman" userId="B2Z592lpL5s/ObuOB+DIn3zrvTqQrPzfLcooue0z7rE=" providerId="None" clId="Web-{59F95BA6-6ADC-4E59-A023-8EC95277C865}" dt="2024-10-23T22:39:44.316" v="780" actId="20577"/>
          <ac:spMkLst>
            <pc:docMk/>
            <pc:sldMk cId="667090264" sldId="292"/>
            <ac:spMk id="3" creationId="{BC644F39-0BE6-C82D-D117-F6B8F5128E25}"/>
          </ac:spMkLst>
        </pc:spChg>
      </pc:sldChg>
      <pc:sldChg chg="modSp add replId">
        <pc:chgData name="Ben Sherman" userId="B2Z592lpL5s/ObuOB+DIn3zrvTqQrPzfLcooue0z7rE=" providerId="None" clId="Web-{59F95BA6-6ADC-4E59-A023-8EC95277C865}" dt="2024-10-23T21:54:25.938" v="271" actId="20577"/>
        <pc:sldMkLst>
          <pc:docMk/>
          <pc:sldMk cId="2844018199" sldId="293"/>
        </pc:sldMkLst>
        <pc:spChg chg="mod">
          <ac:chgData name="Ben Sherman" userId="B2Z592lpL5s/ObuOB+DIn3zrvTqQrPzfLcooue0z7rE=" providerId="None" clId="Web-{59F95BA6-6ADC-4E59-A023-8EC95277C865}" dt="2024-10-23T21:53:52.609" v="261" actId="20577"/>
          <ac:spMkLst>
            <pc:docMk/>
            <pc:sldMk cId="2844018199" sldId="293"/>
            <ac:spMk id="2" creationId="{C8DDF817-7874-5C02-CECC-4E106A454D5A}"/>
          </ac:spMkLst>
        </pc:spChg>
        <pc:spChg chg="mod">
          <ac:chgData name="Ben Sherman" userId="B2Z592lpL5s/ObuOB+DIn3zrvTqQrPzfLcooue0z7rE=" providerId="None" clId="Web-{59F95BA6-6ADC-4E59-A023-8EC95277C865}" dt="2024-10-23T21:54:25.938" v="271" actId="20577"/>
          <ac:spMkLst>
            <pc:docMk/>
            <pc:sldMk cId="2844018199" sldId="293"/>
            <ac:spMk id="3" creationId="{BC644F39-0BE6-C82D-D117-F6B8F5128E25}"/>
          </ac:spMkLst>
        </pc:spChg>
      </pc:sldChg>
      <pc:sldChg chg="modSp add replId">
        <pc:chgData name="Ben Sherman" userId="B2Z592lpL5s/ObuOB+DIn3zrvTqQrPzfLcooue0z7rE=" providerId="None" clId="Web-{59F95BA6-6ADC-4E59-A023-8EC95277C865}" dt="2024-10-23T21:54:20.500" v="270" actId="20577"/>
        <pc:sldMkLst>
          <pc:docMk/>
          <pc:sldMk cId="1064440267" sldId="294"/>
        </pc:sldMkLst>
        <pc:spChg chg="mod">
          <ac:chgData name="Ben Sherman" userId="B2Z592lpL5s/ObuOB+DIn3zrvTqQrPzfLcooue0z7rE=" providerId="None" clId="Web-{59F95BA6-6ADC-4E59-A023-8EC95277C865}" dt="2024-10-23T21:54:15.688" v="269" actId="20577"/>
          <ac:spMkLst>
            <pc:docMk/>
            <pc:sldMk cId="1064440267" sldId="294"/>
            <ac:spMk id="2" creationId="{C8DDF817-7874-5C02-CECC-4E106A454D5A}"/>
          </ac:spMkLst>
        </pc:spChg>
        <pc:spChg chg="mod">
          <ac:chgData name="Ben Sherman" userId="B2Z592lpL5s/ObuOB+DIn3zrvTqQrPzfLcooue0z7rE=" providerId="None" clId="Web-{59F95BA6-6ADC-4E59-A023-8EC95277C865}" dt="2024-10-23T21:54:20.500" v="270" actId="20577"/>
          <ac:spMkLst>
            <pc:docMk/>
            <pc:sldMk cId="1064440267" sldId="294"/>
            <ac:spMk id="3" creationId="{BC644F39-0BE6-C82D-D117-F6B8F5128E25}"/>
          </ac:spMkLst>
        </pc:spChg>
      </pc:sldChg>
      <pc:sldChg chg="add replId">
        <pc:chgData name="Ben Sherman" userId="B2Z592lpL5s/ObuOB+DIn3zrvTqQrPzfLcooue0z7rE=" providerId="None" clId="Web-{59F95BA6-6ADC-4E59-A023-8EC95277C865}" dt="2024-10-23T22:47:25.504" v="781"/>
        <pc:sldMkLst>
          <pc:docMk/>
          <pc:sldMk cId="3323203026" sldId="295"/>
        </pc:sldMkLst>
      </pc:sldChg>
    </pc:docChg>
  </pc:docChgLst>
  <pc:docChgLst>
    <pc:chgData name="Trace Shafer" userId="XrbJnax0RagH4bMr75mmHnJqJ15V3xLAIGES0Lm1IU4=" providerId="None" clId="Web-{68B31112-39CA-43C2-A887-E6F53CB77F20}"/>
    <pc:docChg chg="modSld">
      <pc:chgData name="Trace Shafer" userId="XrbJnax0RagH4bMr75mmHnJqJ15V3xLAIGES0Lm1IU4=" providerId="None" clId="Web-{68B31112-39CA-43C2-A887-E6F53CB77F20}" dt="2024-10-28T20:20:28.969" v="161" actId="20577"/>
      <pc:docMkLst>
        <pc:docMk/>
      </pc:docMkLst>
      <pc:sldChg chg="addSp modSp">
        <pc:chgData name="Trace Shafer" userId="XrbJnax0RagH4bMr75mmHnJqJ15V3xLAIGES0Lm1IU4=" providerId="None" clId="Web-{68B31112-39CA-43C2-A887-E6F53CB77F20}" dt="2024-10-28T19:28:14.700" v="6" actId="1076"/>
        <pc:sldMkLst>
          <pc:docMk/>
          <pc:sldMk cId="2363649107" sldId="266"/>
        </pc:sldMkLst>
        <pc:picChg chg="add mod">
          <ac:chgData name="Trace Shafer" userId="XrbJnax0RagH4bMr75mmHnJqJ15V3xLAIGES0Lm1IU4=" providerId="None" clId="Web-{68B31112-39CA-43C2-A887-E6F53CB77F20}" dt="2024-10-28T19:28:14.700" v="6" actId="1076"/>
          <ac:picMkLst>
            <pc:docMk/>
            <pc:sldMk cId="2363649107" sldId="266"/>
            <ac:picMk id="3" creationId="{1CF49D2A-0DDF-BB60-1B79-028AB536FCE9}"/>
          </ac:picMkLst>
        </pc:picChg>
      </pc:sldChg>
      <pc:sldChg chg="modSp">
        <pc:chgData name="Trace Shafer" userId="XrbJnax0RagH4bMr75mmHnJqJ15V3xLAIGES0Lm1IU4=" providerId="None" clId="Web-{68B31112-39CA-43C2-A887-E6F53CB77F20}" dt="2024-10-28T20:20:28.969" v="161" actId="20577"/>
        <pc:sldMkLst>
          <pc:docMk/>
          <pc:sldMk cId="1461588359" sldId="269"/>
        </pc:sldMkLst>
        <pc:spChg chg="mod">
          <ac:chgData name="Trace Shafer" userId="XrbJnax0RagH4bMr75mmHnJqJ15V3xLAIGES0Lm1IU4=" providerId="None" clId="Web-{68B31112-39CA-43C2-A887-E6F53CB77F20}" dt="2024-10-28T20:20:28.969" v="161" actId="20577"/>
          <ac:spMkLst>
            <pc:docMk/>
            <pc:sldMk cId="1461588359" sldId="269"/>
            <ac:spMk id="3" creationId="{BC644F39-0BE6-C82D-D117-F6B8F5128E25}"/>
          </ac:spMkLst>
        </pc:spChg>
      </pc:sldChg>
      <pc:sldChg chg="delSp">
        <pc:chgData name="Trace Shafer" userId="XrbJnax0RagH4bMr75mmHnJqJ15V3xLAIGES0Lm1IU4=" providerId="None" clId="Web-{68B31112-39CA-43C2-A887-E6F53CB77F20}" dt="2024-10-28T19:28:02.371" v="0"/>
        <pc:sldMkLst>
          <pc:docMk/>
          <pc:sldMk cId="1121307087" sldId="275"/>
        </pc:sldMkLst>
      </pc:sldChg>
      <pc:sldChg chg="addSp modSp">
        <pc:chgData name="Trace Shafer" userId="XrbJnax0RagH4bMr75mmHnJqJ15V3xLAIGES0Lm1IU4=" providerId="None" clId="Web-{68B31112-39CA-43C2-A887-E6F53CB77F20}" dt="2024-10-28T19:48:17.837" v="43" actId="20577"/>
        <pc:sldMkLst>
          <pc:docMk/>
          <pc:sldMk cId="2189994964" sldId="280"/>
        </pc:sldMkLst>
        <pc:spChg chg="add mod">
          <ac:chgData name="Trace Shafer" userId="XrbJnax0RagH4bMr75mmHnJqJ15V3xLAIGES0Lm1IU4=" providerId="None" clId="Web-{68B31112-39CA-43C2-A887-E6F53CB77F20}" dt="2024-10-28T19:47:50.336" v="11" actId="20577"/>
          <ac:spMkLst>
            <pc:docMk/>
            <pc:sldMk cId="2189994964" sldId="280"/>
            <ac:spMk id="9" creationId="{F5380C25-BA29-FDA9-60D3-1F06CFD396A9}"/>
          </ac:spMkLst>
        </pc:spChg>
        <pc:spChg chg="add mod">
          <ac:chgData name="Trace Shafer" userId="XrbJnax0RagH4bMr75mmHnJqJ15V3xLAIGES0Lm1IU4=" providerId="None" clId="Web-{68B31112-39CA-43C2-A887-E6F53CB77F20}" dt="2024-10-28T19:47:59.274" v="23" actId="20577"/>
          <ac:spMkLst>
            <pc:docMk/>
            <pc:sldMk cId="2189994964" sldId="280"/>
            <ac:spMk id="10" creationId="{A97044C4-D4FF-64C2-FF32-8A7263738E42}"/>
          </ac:spMkLst>
        </pc:spChg>
        <pc:spChg chg="add mod">
          <ac:chgData name="Trace Shafer" userId="XrbJnax0RagH4bMr75mmHnJqJ15V3xLAIGES0Lm1IU4=" providerId="None" clId="Web-{68B31112-39CA-43C2-A887-E6F53CB77F20}" dt="2024-10-28T19:48:06.993" v="29" actId="20577"/>
          <ac:spMkLst>
            <pc:docMk/>
            <pc:sldMk cId="2189994964" sldId="280"/>
            <ac:spMk id="11" creationId="{77C3319D-C487-076B-D4AC-9A4434BD225C}"/>
          </ac:spMkLst>
        </pc:spChg>
        <pc:spChg chg="add mod">
          <ac:chgData name="Trace Shafer" userId="XrbJnax0RagH4bMr75mmHnJqJ15V3xLAIGES0Lm1IU4=" providerId="None" clId="Web-{68B31112-39CA-43C2-A887-E6F53CB77F20}" dt="2024-10-28T19:48:17.837" v="43" actId="20577"/>
          <ac:spMkLst>
            <pc:docMk/>
            <pc:sldMk cId="2189994964" sldId="280"/>
            <ac:spMk id="12" creationId="{7467F045-2AB4-19AB-B100-FFB4C85A717C}"/>
          </ac:spMkLst>
        </pc:spChg>
      </pc:sldChg>
      <pc:sldChg chg="modSp">
        <pc:chgData name="Trace Shafer" userId="XrbJnax0RagH4bMr75mmHnJqJ15V3xLAIGES0Lm1IU4=" providerId="None" clId="Web-{68B31112-39CA-43C2-A887-E6F53CB77F20}" dt="2024-10-28T19:58:59.094" v="137"/>
        <pc:sldMkLst>
          <pc:docMk/>
          <pc:sldMk cId="1450780681" sldId="290"/>
        </pc:sldMkLst>
      </pc:sldChg>
      <pc:sldChg chg="addSp delSp modSp">
        <pc:chgData name="Trace Shafer" userId="XrbJnax0RagH4bMr75mmHnJqJ15V3xLAIGES0Lm1IU4=" providerId="None" clId="Web-{68B31112-39CA-43C2-A887-E6F53CB77F20}" dt="2024-10-28T19:55:46.134" v="50"/>
        <pc:sldMkLst>
          <pc:docMk/>
          <pc:sldMk cId="689826214" sldId="291"/>
        </pc:sldMkLst>
      </pc:sldChg>
      <pc:sldChg chg="addSp modSp">
        <pc:chgData name="Trace Shafer" userId="XrbJnax0RagH4bMr75mmHnJqJ15V3xLAIGES0Lm1IU4=" providerId="None" clId="Web-{68B31112-39CA-43C2-A887-E6F53CB77F20}" dt="2024-10-28T19:56:10.213" v="73" actId="20577"/>
        <pc:sldMkLst>
          <pc:docMk/>
          <pc:sldMk cId="3323203026" sldId="295"/>
        </pc:sldMkLst>
        <pc:spChg chg="mod">
          <ac:chgData name="Trace Shafer" userId="XrbJnax0RagH4bMr75mmHnJqJ15V3xLAIGES0Lm1IU4=" providerId="None" clId="Web-{68B31112-39CA-43C2-A887-E6F53CB77F20}" dt="2024-10-28T19:56:10.213" v="73" actId="20577"/>
          <ac:spMkLst>
            <pc:docMk/>
            <pc:sldMk cId="3323203026" sldId="295"/>
            <ac:spMk id="3" creationId="{BC644F39-0BE6-C82D-D117-F6B8F5128E25}"/>
          </ac:spMkLst>
        </pc:spChg>
      </pc:sldChg>
    </pc:docChg>
  </pc:docChgLst>
  <pc:docChgLst>
    <pc:chgData name="Micah Gifford" userId="ZTT38GT1JPoahsv7dXwKAUgPprT3GnCdKXIuPOJH/TQ=" providerId="None" clId="Web-{6CBD8B6A-1D87-4F88-8B7E-6783CA5D24C2}"/>
    <pc:docChg chg="modSld">
      <pc:chgData name="Micah Gifford" userId="ZTT38GT1JPoahsv7dXwKAUgPprT3GnCdKXIuPOJH/TQ=" providerId="None" clId="Web-{6CBD8B6A-1D87-4F88-8B7E-6783CA5D24C2}" dt="2024-11-01T22:11:53.539" v="58"/>
      <pc:docMkLst>
        <pc:docMk/>
      </pc:docMkLst>
      <pc:sldChg chg="addSp delSp modSp">
        <pc:chgData name="Micah Gifford" userId="ZTT38GT1JPoahsv7dXwKAUgPprT3GnCdKXIuPOJH/TQ=" providerId="None" clId="Web-{6CBD8B6A-1D87-4F88-8B7E-6783CA5D24C2}" dt="2024-11-01T21:59:07.386" v="42" actId="1076"/>
        <pc:sldMkLst>
          <pc:docMk/>
          <pc:sldMk cId="1024818632" sldId="270"/>
        </pc:sldMkLst>
        <pc:spChg chg="mod">
          <ac:chgData name="Micah Gifford" userId="ZTT38GT1JPoahsv7dXwKAUgPprT3GnCdKXIuPOJH/TQ=" providerId="None" clId="Web-{6CBD8B6A-1D87-4F88-8B7E-6783CA5D24C2}" dt="2024-11-01T21:41:25.892" v="12" actId="20577"/>
          <ac:spMkLst>
            <pc:docMk/>
            <pc:sldMk cId="1024818632" sldId="270"/>
            <ac:spMk id="3" creationId="{BC644F39-0BE6-C82D-D117-F6B8F5128E25}"/>
          </ac:spMkLst>
        </pc:spChg>
        <pc:picChg chg="add mod">
          <ac:chgData name="Micah Gifford" userId="ZTT38GT1JPoahsv7dXwKAUgPprT3GnCdKXIuPOJH/TQ=" providerId="None" clId="Web-{6CBD8B6A-1D87-4F88-8B7E-6783CA5D24C2}" dt="2024-11-01T21:59:07.386" v="42" actId="1076"/>
          <ac:picMkLst>
            <pc:docMk/>
            <pc:sldMk cId="1024818632" sldId="270"/>
            <ac:picMk id="9" creationId="{40A430C6-6216-2552-C690-CCE2B25244A8}"/>
          </ac:picMkLst>
        </pc:picChg>
        <pc:picChg chg="add mod">
          <ac:chgData name="Micah Gifford" userId="ZTT38GT1JPoahsv7dXwKAUgPprT3GnCdKXIuPOJH/TQ=" providerId="None" clId="Web-{6CBD8B6A-1D87-4F88-8B7E-6783CA5D24C2}" dt="2024-11-01T21:58:08.587" v="39" actId="1076"/>
          <ac:picMkLst>
            <pc:docMk/>
            <pc:sldMk cId="1024818632" sldId="270"/>
            <ac:picMk id="10" creationId="{5294A05F-A7AA-1417-9456-2727EDB18A00}"/>
          </ac:picMkLst>
        </pc:picChg>
      </pc:sldChg>
      <pc:sldChg chg="addSp modSp modNotes">
        <pc:chgData name="Micah Gifford" userId="ZTT38GT1JPoahsv7dXwKAUgPprT3GnCdKXIuPOJH/TQ=" providerId="None" clId="Web-{6CBD8B6A-1D87-4F88-8B7E-6783CA5D24C2}" dt="2024-11-01T22:09:11.252" v="46" actId="1076"/>
        <pc:sldMkLst>
          <pc:docMk/>
          <pc:sldMk cId="689826214" sldId="291"/>
        </pc:sldMkLst>
        <pc:picChg chg="add mod">
          <ac:chgData name="Micah Gifford" userId="ZTT38GT1JPoahsv7dXwKAUgPprT3GnCdKXIuPOJH/TQ=" providerId="None" clId="Web-{6CBD8B6A-1D87-4F88-8B7E-6783CA5D24C2}" dt="2024-11-01T22:09:11.252" v="46" actId="1076"/>
          <ac:picMkLst>
            <pc:docMk/>
            <pc:sldMk cId="689826214" sldId="291"/>
            <ac:picMk id="8" creationId="{B1121891-E769-C9B3-CD9B-31D71042D78C}"/>
          </ac:picMkLst>
        </pc:picChg>
      </pc:sldChg>
      <pc:sldChg chg="modNotes">
        <pc:chgData name="Micah Gifford" userId="ZTT38GT1JPoahsv7dXwKAUgPprT3GnCdKXIuPOJH/TQ=" providerId="None" clId="Web-{6CBD8B6A-1D87-4F88-8B7E-6783CA5D24C2}" dt="2024-11-01T21:44:54.806" v="28"/>
        <pc:sldMkLst>
          <pc:docMk/>
          <pc:sldMk cId="667090264" sldId="292"/>
        </pc:sldMkLst>
      </pc:sldChg>
      <pc:sldChg chg="modNotes">
        <pc:chgData name="Micah Gifford" userId="ZTT38GT1JPoahsv7dXwKAUgPprT3GnCdKXIuPOJH/TQ=" providerId="None" clId="Web-{6CBD8B6A-1D87-4F88-8B7E-6783CA5D24C2}" dt="2024-11-01T21:44:58.853" v="31"/>
        <pc:sldMkLst>
          <pc:docMk/>
          <pc:sldMk cId="2844018199" sldId="293"/>
        </pc:sldMkLst>
      </pc:sldChg>
      <pc:sldChg chg="addSp modSp modNotes">
        <pc:chgData name="Micah Gifford" userId="ZTT38GT1JPoahsv7dXwKAUgPprT3GnCdKXIuPOJH/TQ=" providerId="None" clId="Web-{6CBD8B6A-1D87-4F88-8B7E-6783CA5D24C2}" dt="2024-11-01T22:11:53.539" v="58"/>
        <pc:sldMkLst>
          <pc:docMk/>
          <pc:sldMk cId="1064440267" sldId="294"/>
        </pc:sldMkLst>
        <pc:spChg chg="add mod">
          <ac:chgData name="Micah Gifford" userId="ZTT38GT1JPoahsv7dXwKAUgPprT3GnCdKXIuPOJH/TQ=" providerId="None" clId="Web-{6CBD8B6A-1D87-4F88-8B7E-6783CA5D24C2}" dt="2024-11-01T22:11:53.539" v="58"/>
          <ac:spMkLst>
            <pc:docMk/>
            <pc:sldMk cId="1064440267" sldId="294"/>
            <ac:spMk id="6" creationId="{FCED4721-C815-7DB8-5E02-950B21BDF4C2}"/>
          </ac:spMkLst>
        </pc:spChg>
        <pc:picChg chg="add mod">
          <ac:chgData name="Micah Gifford" userId="ZTT38GT1JPoahsv7dXwKAUgPprT3GnCdKXIuPOJH/TQ=" providerId="None" clId="Web-{6CBD8B6A-1D87-4F88-8B7E-6783CA5D24C2}" dt="2024-11-01T22:11:10.318" v="48" actId="1076"/>
          <ac:picMkLst>
            <pc:docMk/>
            <pc:sldMk cId="1064440267" sldId="294"/>
            <ac:picMk id="5" creationId="{97555B50-8463-F1D0-E1D9-86EF7BCCAD55}"/>
          </ac:picMkLst>
        </pc:picChg>
      </pc:sldChg>
      <pc:sldChg chg="addSp modSp modNotes">
        <pc:chgData name="Micah Gifford" userId="ZTT38GT1JPoahsv7dXwKAUgPprT3GnCdKXIuPOJH/TQ=" providerId="None" clId="Web-{6CBD8B6A-1D87-4F88-8B7E-6783CA5D24C2}" dt="2024-11-01T22:08:02.624" v="44" actId="1076"/>
        <pc:sldMkLst>
          <pc:docMk/>
          <pc:sldMk cId="3323203026" sldId="295"/>
        </pc:sldMkLst>
        <pc:picChg chg="add mod">
          <ac:chgData name="Micah Gifford" userId="ZTT38GT1JPoahsv7dXwKAUgPprT3GnCdKXIuPOJH/TQ=" providerId="None" clId="Web-{6CBD8B6A-1D87-4F88-8B7E-6783CA5D24C2}" dt="2024-11-01T22:08:02.624" v="44" actId="1076"/>
          <ac:picMkLst>
            <pc:docMk/>
            <pc:sldMk cId="3323203026" sldId="295"/>
            <ac:picMk id="5" creationId="{3CD57BFD-F909-21E9-146F-AE3F3C8BC4B9}"/>
          </ac:picMkLst>
        </pc:picChg>
      </pc:sldChg>
      <pc:sldChg chg="addSp modSp modNotes">
        <pc:chgData name="Micah Gifford" userId="ZTT38GT1JPoahsv7dXwKAUgPprT3GnCdKXIuPOJH/TQ=" providerId="None" clId="Web-{6CBD8B6A-1D87-4F88-8B7E-6783CA5D24C2}" dt="2024-11-01T21:44:38.259" v="19"/>
        <pc:sldMkLst>
          <pc:docMk/>
          <pc:sldMk cId="3311758645" sldId="296"/>
        </pc:sldMkLst>
        <pc:picChg chg="add mod">
          <ac:chgData name="Micah Gifford" userId="ZTT38GT1JPoahsv7dXwKAUgPprT3GnCdKXIuPOJH/TQ=" providerId="None" clId="Web-{6CBD8B6A-1D87-4F88-8B7E-6783CA5D24C2}" dt="2024-11-01T20:40:54.406" v="2" actId="1076"/>
          <ac:picMkLst>
            <pc:docMk/>
            <pc:sldMk cId="3311758645" sldId="296"/>
            <ac:picMk id="5" creationId="{AC6160C4-7DEB-01CF-E62B-67CEBE2F02AD}"/>
          </ac:picMkLst>
        </pc:picChg>
      </pc:sldChg>
    </pc:docChg>
  </pc:docChgLst>
  <pc:docChgLst>
    <pc:chgData name="Riley Pitcher" userId="TrLUOy0hettvoHz/slpNUdxUm6h1N8WiQyg3EiJsHe0=" providerId="None" clId="Web-{3E0C3A04-DD82-4444-BED1-8FA2CD9A6CE3}"/>
    <pc:docChg chg="modSld">
      <pc:chgData name="Riley Pitcher" userId="TrLUOy0hettvoHz/slpNUdxUm6h1N8WiQyg3EiJsHe0=" providerId="None" clId="Web-{3E0C3A04-DD82-4444-BED1-8FA2CD9A6CE3}" dt="2024-10-26T14:44:23.347" v="1" actId="1076"/>
      <pc:docMkLst>
        <pc:docMk/>
      </pc:docMkLst>
      <pc:sldChg chg="modSp">
        <pc:chgData name="Riley Pitcher" userId="TrLUOy0hettvoHz/slpNUdxUm6h1N8WiQyg3EiJsHe0=" providerId="None" clId="Web-{3E0C3A04-DD82-4444-BED1-8FA2CD9A6CE3}" dt="2024-10-26T14:44:23.347" v="1" actId="1076"/>
        <pc:sldMkLst>
          <pc:docMk/>
          <pc:sldMk cId="689826214" sldId="291"/>
        </pc:sldMkLst>
        <pc:spChg chg="mod">
          <ac:chgData name="Riley Pitcher" userId="TrLUOy0hettvoHz/slpNUdxUm6h1N8WiQyg3EiJsHe0=" providerId="None" clId="Web-{3E0C3A04-DD82-4444-BED1-8FA2CD9A6CE3}" dt="2024-10-26T14:44:23.347" v="1" actId="1076"/>
          <ac:spMkLst>
            <pc:docMk/>
            <pc:sldMk cId="689826214" sldId="291"/>
            <ac:spMk id="7" creationId="{14883D0C-4763-50CC-2357-DB50044EC245}"/>
          </ac:spMkLst>
        </pc:spChg>
        <pc:spChg chg="mod">
          <ac:chgData name="Riley Pitcher" userId="TrLUOy0hettvoHz/slpNUdxUm6h1N8WiQyg3EiJsHe0=" providerId="None" clId="Web-{3E0C3A04-DD82-4444-BED1-8FA2CD9A6CE3}" dt="2024-10-26T14:43:15.299" v="0" actId="1076"/>
          <ac:spMkLst>
            <pc:docMk/>
            <pc:sldMk cId="689826214" sldId="291"/>
            <ac:spMk id="12" creationId="{D52255C4-B020-E737-E635-92975FE07BF8}"/>
          </ac:spMkLst>
        </pc:spChg>
      </pc:sldChg>
    </pc:docChg>
  </pc:docChgLst>
  <pc:docChgLst>
    <pc:chgData name="Trace Shafer" userId="XrbJnax0RagH4bMr75mmHnJqJ15V3xLAIGES0Lm1IU4=" providerId="None" clId="Web-{3CE262F7-9316-4E1A-970F-428155960F1A}"/>
    <pc:docChg chg="modSld">
      <pc:chgData name="Trace Shafer" userId="XrbJnax0RagH4bMr75mmHnJqJ15V3xLAIGES0Lm1IU4=" providerId="None" clId="Web-{3CE262F7-9316-4E1A-970F-428155960F1A}" dt="2024-11-06T22:39:59.469" v="128"/>
      <pc:docMkLst>
        <pc:docMk/>
      </pc:docMkLst>
      <pc:sldChg chg="modSp">
        <pc:chgData name="Trace Shafer" userId="XrbJnax0RagH4bMr75mmHnJqJ15V3xLAIGES0Lm1IU4=" providerId="None" clId="Web-{3CE262F7-9316-4E1A-970F-428155960F1A}" dt="2024-11-06T21:35:39.563" v="5" actId="20577"/>
        <pc:sldMkLst>
          <pc:docMk/>
          <pc:sldMk cId="1461588359" sldId="269"/>
        </pc:sldMkLst>
        <pc:spChg chg="mod">
          <ac:chgData name="Trace Shafer" userId="XrbJnax0RagH4bMr75mmHnJqJ15V3xLAIGES0Lm1IU4=" providerId="None" clId="Web-{3CE262F7-9316-4E1A-970F-428155960F1A}" dt="2024-11-06T21:35:39.563" v="5" actId="20577"/>
          <ac:spMkLst>
            <pc:docMk/>
            <pc:sldMk cId="1461588359" sldId="269"/>
            <ac:spMk id="3" creationId="{BC644F39-0BE6-C82D-D117-F6B8F5128E25}"/>
          </ac:spMkLst>
        </pc:spChg>
      </pc:sldChg>
      <pc:sldChg chg="modNotes">
        <pc:chgData name="Trace Shafer" userId="XrbJnax0RagH4bMr75mmHnJqJ15V3xLAIGES0Lm1IU4=" providerId="None" clId="Web-{3CE262F7-9316-4E1A-970F-428155960F1A}" dt="2024-11-06T22:38:31.282" v="44"/>
        <pc:sldMkLst>
          <pc:docMk/>
          <pc:sldMk cId="1024818632" sldId="270"/>
        </pc:sldMkLst>
      </pc:sldChg>
      <pc:sldChg chg="modNotes">
        <pc:chgData name="Trace Shafer" userId="XrbJnax0RagH4bMr75mmHnJqJ15V3xLAIGES0Lm1IU4=" providerId="None" clId="Web-{3CE262F7-9316-4E1A-970F-428155960F1A}" dt="2024-11-06T22:38:53.813" v="125"/>
        <pc:sldMkLst>
          <pc:docMk/>
          <pc:sldMk cId="1099004406" sldId="271"/>
        </pc:sldMkLst>
      </pc:sldChg>
      <pc:sldChg chg="modSp">
        <pc:chgData name="Trace Shafer" userId="XrbJnax0RagH4bMr75mmHnJqJ15V3xLAIGES0Lm1IU4=" providerId="None" clId="Web-{3CE262F7-9316-4E1A-970F-428155960F1A}" dt="2024-11-06T22:23:07.192" v="34" actId="20577"/>
        <pc:sldMkLst>
          <pc:docMk/>
          <pc:sldMk cId="2675542483" sldId="274"/>
        </pc:sldMkLst>
        <pc:spChg chg="mod">
          <ac:chgData name="Trace Shafer" userId="XrbJnax0RagH4bMr75mmHnJqJ15V3xLAIGES0Lm1IU4=" providerId="None" clId="Web-{3CE262F7-9316-4E1A-970F-428155960F1A}" dt="2024-11-06T22:23:07.192" v="34" actId="20577"/>
          <ac:spMkLst>
            <pc:docMk/>
            <pc:sldMk cId="2675542483" sldId="274"/>
            <ac:spMk id="3" creationId="{BC644F39-0BE6-C82D-D117-F6B8F5128E25}"/>
          </ac:spMkLst>
        </pc:spChg>
      </pc:sldChg>
      <pc:sldChg chg="modNotes">
        <pc:chgData name="Trace Shafer" userId="XrbJnax0RagH4bMr75mmHnJqJ15V3xLAIGES0Lm1IU4=" providerId="None" clId="Web-{3CE262F7-9316-4E1A-970F-428155960F1A}" dt="2024-11-06T22:38:39.078" v="48"/>
        <pc:sldMkLst>
          <pc:docMk/>
          <pc:sldMk cId="1515785550" sldId="278"/>
        </pc:sldMkLst>
      </pc:sldChg>
      <pc:sldChg chg="modNotes">
        <pc:chgData name="Trace Shafer" userId="XrbJnax0RagH4bMr75mmHnJqJ15V3xLAIGES0Lm1IU4=" providerId="None" clId="Web-{3CE262F7-9316-4E1A-970F-428155960F1A}" dt="2024-11-06T22:37:32.485" v="41"/>
        <pc:sldMkLst>
          <pc:docMk/>
          <pc:sldMk cId="249317410" sldId="289"/>
        </pc:sldMkLst>
      </pc:sldChg>
      <pc:sldChg chg="modSp">
        <pc:chgData name="Trace Shafer" userId="XrbJnax0RagH4bMr75mmHnJqJ15V3xLAIGES0Lm1IU4=" providerId="None" clId="Web-{3CE262F7-9316-4E1A-970F-428155960F1A}" dt="2024-11-06T22:21:57.380" v="32" actId="20577"/>
        <pc:sldMkLst>
          <pc:docMk/>
          <pc:sldMk cId="2450408537" sldId="297"/>
        </pc:sldMkLst>
        <pc:spChg chg="mod">
          <ac:chgData name="Trace Shafer" userId="XrbJnax0RagH4bMr75mmHnJqJ15V3xLAIGES0Lm1IU4=" providerId="None" clId="Web-{3CE262F7-9316-4E1A-970F-428155960F1A}" dt="2024-11-06T22:21:57.380" v="32" actId="20577"/>
          <ac:spMkLst>
            <pc:docMk/>
            <pc:sldMk cId="2450408537" sldId="297"/>
            <ac:spMk id="3" creationId="{BC644F39-0BE6-C82D-D117-F6B8F5128E25}"/>
          </ac:spMkLst>
        </pc:spChg>
      </pc:sldChg>
      <pc:sldChg chg="modNotes">
        <pc:chgData name="Trace Shafer" userId="XrbJnax0RagH4bMr75mmHnJqJ15V3xLAIGES0Lm1IU4=" providerId="None" clId="Web-{3CE262F7-9316-4E1A-970F-428155960F1A}" dt="2024-11-06T22:39:59.469" v="128"/>
        <pc:sldMkLst>
          <pc:docMk/>
          <pc:sldMk cId="721114727"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EF591-7D95-45FE-B76A-5D345873B0AB}" type="datetimeFigureOut">
              <a:t>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66C05-0691-4DD9-B1CA-D2F8FF1A7E89}" type="slidenum">
              <a:t>‹#›</a:t>
            </a:fld>
            <a:endParaRPr lang="en-US"/>
          </a:p>
        </p:txBody>
      </p:sp>
    </p:spTree>
    <p:extLst>
      <p:ext uri="{BB962C8B-B14F-4D97-AF65-F5344CB8AC3E}">
        <p14:creationId xmlns:p14="http://schemas.microsoft.com/office/powerpoint/2010/main" val="265625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researchgate.net/publication/259509038_Innovative_power_management_attitude_determination_and_control_tile_for_CubeSat_standard_NanoSatellites"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www.researchgate.net/publication/357488533_Optimized_Design_and_Analysis_of_Printed_Magnetorquer_for_a_3-U_Nano-Satellite"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researchgate.net/publication/259509038_Innovative_power_management_attitude_determination_and_control_tile_for_CubeSat_standard_NanoSatellites"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www.researchgate.net/publication/357488533_Optimized_Design_and_Analysis_of_Printed_Magnetorquer_for_a_3-U_Nano-Satellite"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ixiestate-my.sharepoint.com/:u:/r/personal/d00478860_utahtech_edu/Documents/Drawing.vsdx?d=w643d8fe9c08544bcbf8e28d426a5607a&amp;csf=1&amp;web=1&amp;e=g5gzkI"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a:t>
            </a:fld>
            <a:endParaRPr lang="en-US"/>
          </a:p>
        </p:txBody>
      </p:sp>
    </p:spTree>
    <p:extLst>
      <p:ext uri="{BB962C8B-B14F-4D97-AF65-F5344CB8AC3E}">
        <p14:creationId xmlns:p14="http://schemas.microsoft.com/office/powerpoint/2010/main" val="32283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2</a:t>
            </a:fld>
            <a:endParaRPr lang="en-US"/>
          </a:p>
        </p:txBody>
      </p:sp>
    </p:spTree>
    <p:extLst>
      <p:ext uri="{BB962C8B-B14F-4D97-AF65-F5344CB8AC3E}">
        <p14:creationId xmlns:p14="http://schemas.microsoft.com/office/powerpoint/2010/main" val="1534019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3</a:t>
            </a:fld>
            <a:endParaRPr lang="en-US"/>
          </a:p>
        </p:txBody>
      </p:sp>
    </p:spTree>
    <p:extLst>
      <p:ext uri="{BB962C8B-B14F-4D97-AF65-F5344CB8AC3E}">
        <p14:creationId xmlns:p14="http://schemas.microsoft.com/office/powerpoint/2010/main" val="731462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endParaRPr lang="en-US"/>
          </a:p>
        </p:txBody>
      </p:sp>
      <p:sp>
        <p:nvSpPr>
          <p:cNvPr id="4" name="Slide Number Placeholder 3"/>
          <p:cNvSpPr>
            <a:spLocks noGrp="1"/>
          </p:cNvSpPr>
          <p:nvPr>
            <p:ph type="sldNum" sz="quarter" idx="5"/>
          </p:nvPr>
        </p:nvSpPr>
        <p:spPr/>
        <p:txBody>
          <a:bodyPr/>
          <a:lstStyle/>
          <a:p>
            <a:fld id="{4CF66C05-0691-4DD9-B1CA-D2F8FF1A7E89}" type="slidenum">
              <a:t>4</a:t>
            </a:fld>
            <a:endParaRPr lang="en-US"/>
          </a:p>
        </p:txBody>
      </p:sp>
    </p:spTree>
    <p:extLst>
      <p:ext uri="{BB962C8B-B14F-4D97-AF65-F5344CB8AC3E}">
        <p14:creationId xmlns:p14="http://schemas.microsoft.com/office/powerpoint/2010/main" val="909382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5</a:t>
            </a:fld>
            <a:endParaRPr lang="en-US"/>
          </a:p>
        </p:txBody>
      </p:sp>
    </p:spTree>
    <p:extLst>
      <p:ext uri="{BB962C8B-B14F-4D97-AF65-F5344CB8AC3E}">
        <p14:creationId xmlns:p14="http://schemas.microsoft.com/office/powerpoint/2010/main" val="2942702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6</a:t>
            </a:fld>
            <a:endParaRPr lang="en-US"/>
          </a:p>
        </p:txBody>
      </p:sp>
    </p:spTree>
    <p:extLst>
      <p:ext uri="{BB962C8B-B14F-4D97-AF65-F5344CB8AC3E}">
        <p14:creationId xmlns:p14="http://schemas.microsoft.com/office/powerpoint/2010/main" val="1729911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7</a:t>
            </a:fld>
            <a:endParaRPr lang="en-US"/>
          </a:p>
        </p:txBody>
      </p:sp>
    </p:spTree>
    <p:extLst>
      <p:ext uri="{BB962C8B-B14F-4D97-AF65-F5344CB8AC3E}">
        <p14:creationId xmlns:p14="http://schemas.microsoft.com/office/powerpoint/2010/main" val="3896278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spcBef>
                <a:spcPts val="500"/>
              </a:spcBef>
            </a:pPr>
            <a:r>
              <a:rPr lang="en-US"/>
              <a:t>Ben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8</a:t>
            </a:fld>
            <a:endParaRPr lang="en-US"/>
          </a:p>
        </p:txBody>
      </p:sp>
    </p:spTree>
    <p:extLst>
      <p:ext uri="{BB962C8B-B14F-4D97-AF65-F5344CB8AC3E}">
        <p14:creationId xmlns:p14="http://schemas.microsoft.com/office/powerpoint/2010/main" val="3426624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spcBef>
                <a:spcPts val="500"/>
              </a:spcBef>
            </a:pPr>
            <a:r>
              <a:rPr lang="en-US"/>
              <a:t>Ben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9</a:t>
            </a:fld>
            <a:endParaRPr lang="en-US"/>
          </a:p>
        </p:txBody>
      </p:sp>
    </p:spTree>
    <p:extLst>
      <p:ext uri="{BB962C8B-B14F-4D97-AF65-F5344CB8AC3E}">
        <p14:creationId xmlns:p14="http://schemas.microsoft.com/office/powerpoint/2010/main" val="3404265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10</a:t>
            </a:fld>
            <a:endParaRPr lang="en-US"/>
          </a:p>
        </p:txBody>
      </p:sp>
    </p:spTree>
    <p:extLst>
      <p:ext uri="{BB962C8B-B14F-4D97-AF65-F5344CB8AC3E}">
        <p14:creationId xmlns:p14="http://schemas.microsoft.com/office/powerpoint/2010/main" val="93980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11</a:t>
            </a:fld>
            <a:endParaRPr lang="en-US"/>
          </a:p>
        </p:txBody>
      </p:sp>
    </p:spTree>
    <p:extLst>
      <p:ext uri="{BB962C8B-B14F-4D97-AF65-F5344CB8AC3E}">
        <p14:creationId xmlns:p14="http://schemas.microsoft.com/office/powerpoint/2010/main" val="692197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Lauric</a:t>
            </a:r>
          </a:p>
        </p:txBody>
      </p:sp>
      <p:sp>
        <p:nvSpPr>
          <p:cNvPr id="4" name="Slide Number Placeholder 3"/>
          <p:cNvSpPr>
            <a:spLocks noGrp="1"/>
          </p:cNvSpPr>
          <p:nvPr>
            <p:ph type="sldNum" sz="quarter" idx="5"/>
          </p:nvPr>
        </p:nvSpPr>
        <p:spPr/>
        <p:txBody>
          <a:bodyPr/>
          <a:lstStyle/>
          <a:p>
            <a:fld id="{4CF66C05-0691-4DD9-B1CA-D2F8FF1A7E89}" type="slidenum">
              <a:t>12</a:t>
            </a:fld>
            <a:endParaRPr lang="en-US"/>
          </a:p>
        </p:txBody>
      </p:sp>
    </p:spTree>
    <p:extLst>
      <p:ext uri="{BB962C8B-B14F-4D97-AF65-F5344CB8AC3E}">
        <p14:creationId xmlns:p14="http://schemas.microsoft.com/office/powerpoint/2010/main" val="446378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Lauric</a:t>
            </a:r>
          </a:p>
        </p:txBody>
      </p:sp>
      <p:sp>
        <p:nvSpPr>
          <p:cNvPr id="4" name="Slide Number Placeholder 3"/>
          <p:cNvSpPr>
            <a:spLocks noGrp="1"/>
          </p:cNvSpPr>
          <p:nvPr>
            <p:ph type="sldNum" sz="quarter" idx="5"/>
          </p:nvPr>
        </p:nvSpPr>
        <p:spPr/>
        <p:txBody>
          <a:bodyPr/>
          <a:lstStyle/>
          <a:p>
            <a:fld id="{4CF66C05-0691-4DD9-B1CA-D2F8FF1A7E89}" type="slidenum">
              <a:t>13</a:t>
            </a:fld>
            <a:endParaRPr lang="en-US"/>
          </a:p>
        </p:txBody>
      </p:sp>
    </p:spTree>
    <p:extLst>
      <p:ext uri="{BB962C8B-B14F-4D97-AF65-F5344CB8AC3E}">
        <p14:creationId xmlns:p14="http://schemas.microsoft.com/office/powerpoint/2010/main" val="3309069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Micah</a:t>
            </a:r>
          </a:p>
        </p:txBody>
      </p:sp>
      <p:sp>
        <p:nvSpPr>
          <p:cNvPr id="4" name="Slide Number Placeholder 3"/>
          <p:cNvSpPr>
            <a:spLocks noGrp="1"/>
          </p:cNvSpPr>
          <p:nvPr>
            <p:ph type="sldNum" sz="quarter" idx="5"/>
          </p:nvPr>
        </p:nvSpPr>
        <p:spPr/>
        <p:txBody>
          <a:bodyPr/>
          <a:lstStyle/>
          <a:p>
            <a:fld id="{4CF66C05-0691-4DD9-B1CA-D2F8FF1A7E89}" type="slidenum">
              <a:t>14</a:t>
            </a:fld>
            <a:endParaRPr lang="en-US"/>
          </a:p>
        </p:txBody>
      </p:sp>
    </p:spTree>
    <p:extLst>
      <p:ext uri="{BB962C8B-B14F-4D97-AF65-F5344CB8AC3E}">
        <p14:creationId xmlns:p14="http://schemas.microsoft.com/office/powerpoint/2010/main" val="816842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9.49 deg (for 600km altitude) </a:t>
            </a:r>
          </a:p>
          <a:p>
            <a:r>
              <a:rPr lang="en-US"/>
              <a:t>Micah</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4CF66C05-0691-4DD9-B1CA-D2F8FF1A7E89}" type="slidenum">
              <a:t>15</a:t>
            </a:fld>
            <a:endParaRPr lang="en-US"/>
          </a:p>
        </p:txBody>
      </p:sp>
    </p:spTree>
    <p:extLst>
      <p:ext uri="{BB962C8B-B14F-4D97-AF65-F5344CB8AC3E}">
        <p14:creationId xmlns:p14="http://schemas.microsoft.com/office/powerpoint/2010/main" val="258096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a:p>
            <a:r>
              <a:rPr lang="en-US"/>
              <a:t>Micah</a:t>
            </a:r>
          </a:p>
          <a:p>
            <a:endParaRPr lang="en-US">
              <a:cs typeface="Calibri"/>
            </a:endParaRPr>
          </a:p>
        </p:txBody>
      </p:sp>
      <p:sp>
        <p:nvSpPr>
          <p:cNvPr id="4" name="Slide Number Placeholder 3"/>
          <p:cNvSpPr>
            <a:spLocks noGrp="1"/>
          </p:cNvSpPr>
          <p:nvPr>
            <p:ph type="sldNum" sz="quarter" idx="5"/>
          </p:nvPr>
        </p:nvSpPr>
        <p:spPr/>
        <p:txBody>
          <a:bodyPr/>
          <a:lstStyle/>
          <a:p>
            <a:fld id="{4CF66C05-0691-4DD9-B1CA-D2F8FF1A7E89}" type="slidenum">
              <a:t>16</a:t>
            </a:fld>
            <a:endParaRPr lang="en-US"/>
          </a:p>
        </p:txBody>
      </p:sp>
    </p:spTree>
    <p:extLst>
      <p:ext uri="{BB962C8B-B14F-4D97-AF65-F5344CB8AC3E}">
        <p14:creationId xmlns:p14="http://schemas.microsoft.com/office/powerpoint/2010/main" val="4017912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Micah</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4CF66C05-0691-4DD9-B1CA-D2F8FF1A7E89}" type="slidenum">
              <a:t>17</a:t>
            </a:fld>
            <a:endParaRPr lang="en-US"/>
          </a:p>
        </p:txBody>
      </p:sp>
    </p:spTree>
    <p:extLst>
      <p:ext uri="{BB962C8B-B14F-4D97-AF65-F5344CB8AC3E}">
        <p14:creationId xmlns:p14="http://schemas.microsoft.com/office/powerpoint/2010/main" val="3867240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Micah</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4CF66C05-0691-4DD9-B1CA-D2F8FF1A7E89}" type="slidenum">
              <a:t>18</a:t>
            </a:fld>
            <a:endParaRPr lang="en-US"/>
          </a:p>
        </p:txBody>
      </p:sp>
    </p:spTree>
    <p:extLst>
      <p:ext uri="{BB962C8B-B14F-4D97-AF65-F5344CB8AC3E}">
        <p14:creationId xmlns:p14="http://schemas.microsoft.com/office/powerpoint/2010/main" val="3457113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Micah</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4CF66C05-0691-4DD9-B1CA-D2F8FF1A7E89}" type="slidenum">
              <a:t>19</a:t>
            </a:fld>
            <a:endParaRPr lang="en-US"/>
          </a:p>
        </p:txBody>
      </p:sp>
    </p:spTree>
    <p:extLst>
      <p:ext uri="{BB962C8B-B14F-4D97-AF65-F5344CB8AC3E}">
        <p14:creationId xmlns:p14="http://schemas.microsoft.com/office/powerpoint/2010/main" val="2162819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20</a:t>
            </a:fld>
            <a:endParaRPr lang="en-US"/>
          </a:p>
        </p:txBody>
      </p:sp>
    </p:spTree>
    <p:extLst>
      <p:ext uri="{BB962C8B-B14F-4D97-AF65-F5344CB8AC3E}">
        <p14:creationId xmlns:p14="http://schemas.microsoft.com/office/powerpoint/2010/main" val="959420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21</a:t>
            </a:fld>
            <a:endParaRPr lang="en-US"/>
          </a:p>
        </p:txBody>
      </p:sp>
    </p:spTree>
    <p:extLst>
      <p:ext uri="{BB962C8B-B14F-4D97-AF65-F5344CB8AC3E}">
        <p14:creationId xmlns:p14="http://schemas.microsoft.com/office/powerpoint/2010/main" val="3203021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22</a:t>
            </a:fld>
            <a:endParaRPr lang="en-US"/>
          </a:p>
        </p:txBody>
      </p:sp>
    </p:spTree>
    <p:extLst>
      <p:ext uri="{BB962C8B-B14F-4D97-AF65-F5344CB8AC3E}">
        <p14:creationId xmlns:p14="http://schemas.microsoft.com/office/powerpoint/2010/main" val="1835977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23</a:t>
            </a:fld>
            <a:endParaRPr lang="en-US"/>
          </a:p>
        </p:txBody>
      </p:sp>
    </p:spTree>
    <p:extLst>
      <p:ext uri="{BB962C8B-B14F-4D97-AF65-F5344CB8AC3E}">
        <p14:creationId xmlns:p14="http://schemas.microsoft.com/office/powerpoint/2010/main" val="821040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24</a:t>
            </a:fld>
            <a:endParaRPr lang="en-US"/>
          </a:p>
        </p:txBody>
      </p:sp>
    </p:spTree>
    <p:extLst>
      <p:ext uri="{BB962C8B-B14F-4D97-AF65-F5344CB8AC3E}">
        <p14:creationId xmlns:p14="http://schemas.microsoft.com/office/powerpoint/2010/main" val="3282728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25</a:t>
            </a:fld>
            <a:endParaRPr lang="en-US"/>
          </a:p>
        </p:txBody>
      </p:sp>
    </p:spTree>
    <p:extLst>
      <p:ext uri="{BB962C8B-B14F-4D97-AF65-F5344CB8AC3E}">
        <p14:creationId xmlns:p14="http://schemas.microsoft.com/office/powerpoint/2010/main" val="10124156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https://www.researchgate.net/publication/259509038_Innovative_power_management_attitude_determination_and_control_tile_for_CubeSat_standard_NanoSatellites</a:t>
            </a:r>
            <a:endParaRPr lang="en-US"/>
          </a:p>
          <a:p>
            <a:r>
              <a:rPr lang="en-US">
                <a:hlinkClick r:id="rId4"/>
              </a:rPr>
              <a:t>https://www.researchgate.net/publication/357488533_Optimized_Design_and_Analysis_of_Printed_Magnetorquer_for_a_3-U_Nano-Satellite</a:t>
            </a:r>
            <a:r>
              <a:rPr lang="en-US"/>
              <a:t> -American Society of Civil Engineers</a:t>
            </a:r>
            <a:endParaRPr lang="en-US">
              <a:cs typeface="Calibri"/>
            </a:endParaRPr>
          </a:p>
          <a:p>
            <a:r>
              <a:rPr lang="en-US">
                <a:cs typeface="Calibri"/>
              </a:rPr>
              <a:t>Ben</a:t>
            </a:r>
            <a:endParaRPr lang="en-US"/>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4CF66C05-0691-4DD9-B1CA-D2F8FF1A7E89}" type="slidenum">
              <a:t>26</a:t>
            </a:fld>
            <a:endParaRPr lang="en-US"/>
          </a:p>
        </p:txBody>
      </p:sp>
    </p:spTree>
    <p:extLst>
      <p:ext uri="{BB962C8B-B14F-4D97-AF65-F5344CB8AC3E}">
        <p14:creationId xmlns:p14="http://schemas.microsoft.com/office/powerpoint/2010/main" val="3416540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https://www.researchgate.net/publication/259509038_Innovative_power_management_attitude_determination_and_control_tile_for_CubeSat_standard_NanoSatellites</a:t>
            </a:r>
            <a:endParaRPr lang="en-US"/>
          </a:p>
          <a:p>
            <a:r>
              <a:rPr lang="en-US">
                <a:hlinkClick r:id="rId4"/>
              </a:rPr>
              <a:t>https://www.researchgate.net/publication/357488533_Optimized_Design_and_Analysis_of_Printed_Magnetorquer_for_a_3-U_Nano-Satellite</a:t>
            </a:r>
            <a:r>
              <a:rPr lang="en-US"/>
              <a:t>-American Society of Civil Engineers</a:t>
            </a:r>
            <a:endParaRPr lang="en-US">
              <a:cs typeface="Calibri"/>
            </a:endParaRPr>
          </a:p>
          <a:p>
            <a:r>
              <a:rPr lang="en-US">
                <a:ea typeface="Calibri"/>
                <a:cs typeface="Calibri"/>
              </a:rPr>
              <a:t>Ben</a:t>
            </a: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4CF66C05-0691-4DD9-B1CA-D2F8FF1A7E89}" type="slidenum">
              <a:t>27</a:t>
            </a:fld>
            <a:endParaRPr lang="en-US"/>
          </a:p>
        </p:txBody>
      </p:sp>
    </p:spTree>
    <p:extLst>
      <p:ext uri="{BB962C8B-B14F-4D97-AF65-F5344CB8AC3E}">
        <p14:creationId xmlns:p14="http://schemas.microsoft.com/office/powerpoint/2010/main" val="16939765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28</a:t>
            </a:fld>
            <a:endParaRPr lang="en-US"/>
          </a:p>
        </p:txBody>
      </p:sp>
    </p:spTree>
    <p:extLst>
      <p:ext uri="{BB962C8B-B14F-4D97-AF65-F5344CB8AC3E}">
        <p14:creationId xmlns:p14="http://schemas.microsoft.com/office/powerpoint/2010/main" val="402540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spcBef>
                <a:spcPts val="500"/>
              </a:spcBef>
            </a:pPr>
            <a:r>
              <a:rPr lang="en-US">
                <a:cs typeface="Calibri"/>
              </a:rPr>
              <a:t>Trace</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29</a:t>
            </a:fld>
            <a:endParaRPr lang="en-US"/>
          </a:p>
        </p:txBody>
      </p:sp>
    </p:spTree>
    <p:extLst>
      <p:ext uri="{BB962C8B-B14F-4D97-AF65-F5344CB8AC3E}">
        <p14:creationId xmlns:p14="http://schemas.microsoft.com/office/powerpoint/2010/main" val="16566023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Arial"/>
              <a:buChar char="•"/>
            </a:pPr>
            <a:r>
              <a:rPr lang="en-US"/>
              <a:t>Preliminary drawings/schematics</a:t>
            </a:r>
          </a:p>
          <a:p>
            <a:pPr marL="628650" lvl="1" indent="-171450">
              <a:lnSpc>
                <a:spcPct val="90000"/>
              </a:lnSpc>
              <a:spcBef>
                <a:spcPts val="500"/>
              </a:spcBef>
              <a:buFont typeface="Arial"/>
              <a:buChar char="•"/>
            </a:pPr>
            <a:r>
              <a:rPr lang="en-US"/>
              <a:t>Key interfaces</a:t>
            </a:r>
            <a:endParaRPr lang="en-US">
              <a:ea typeface="Calibri"/>
              <a:cs typeface="Calibri"/>
            </a:endParaRPr>
          </a:p>
          <a:p>
            <a:pPr marL="628650" lvl="1" indent="-171450">
              <a:lnSpc>
                <a:spcPct val="90000"/>
              </a:lnSpc>
              <a:spcBef>
                <a:spcPts val="500"/>
              </a:spcBef>
              <a:buFont typeface="Arial"/>
              <a:buChar char="•"/>
            </a:pPr>
            <a:r>
              <a:rPr lang="en-US"/>
              <a:t>Design margins</a:t>
            </a:r>
            <a:endParaRPr lang="en-US">
              <a:ea typeface="Calibri"/>
              <a:cs typeface="Calibri"/>
            </a:endParaRPr>
          </a:p>
          <a:p>
            <a:pPr marL="628650" lvl="1" indent="-171450">
              <a:lnSpc>
                <a:spcPct val="90000"/>
              </a:lnSpc>
              <a:spcBef>
                <a:spcPts val="500"/>
              </a:spcBef>
              <a:buFont typeface="Arial"/>
              <a:buChar char="•"/>
            </a:pPr>
            <a:r>
              <a:rPr lang="en-US"/>
              <a:t>Identify what part of subsystem is redundant and what is not</a:t>
            </a:r>
            <a:endParaRPr lang="en-US">
              <a:ea typeface="Calibri"/>
              <a:cs typeface="Calibri"/>
            </a:endParaRPr>
          </a:p>
          <a:p>
            <a:r>
              <a:rPr lang="en-US">
                <a:ea typeface="Calibri"/>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30</a:t>
            </a:fld>
            <a:endParaRPr lang="en-US"/>
          </a:p>
        </p:txBody>
      </p:sp>
    </p:spTree>
    <p:extLst>
      <p:ext uri="{BB962C8B-B14F-4D97-AF65-F5344CB8AC3E}">
        <p14:creationId xmlns:p14="http://schemas.microsoft.com/office/powerpoint/2010/main" val="690552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31</a:t>
            </a:fld>
            <a:endParaRPr lang="en-US"/>
          </a:p>
        </p:txBody>
      </p:sp>
    </p:spTree>
    <p:extLst>
      <p:ext uri="{BB962C8B-B14F-4D97-AF65-F5344CB8AC3E}">
        <p14:creationId xmlns:p14="http://schemas.microsoft.com/office/powerpoint/2010/main" val="607594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32</a:t>
            </a:fld>
            <a:endParaRPr lang="en-US"/>
          </a:p>
        </p:txBody>
      </p:sp>
    </p:spTree>
    <p:extLst>
      <p:ext uri="{BB962C8B-B14F-4D97-AF65-F5344CB8AC3E}">
        <p14:creationId xmlns:p14="http://schemas.microsoft.com/office/powerpoint/2010/main" val="31504171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33</a:t>
            </a:fld>
            <a:endParaRPr lang="en-US"/>
          </a:p>
        </p:txBody>
      </p:sp>
    </p:spTree>
    <p:extLst>
      <p:ext uri="{BB962C8B-B14F-4D97-AF65-F5344CB8AC3E}">
        <p14:creationId xmlns:p14="http://schemas.microsoft.com/office/powerpoint/2010/main" val="40448462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Ben</a:t>
            </a:r>
          </a:p>
        </p:txBody>
      </p:sp>
      <p:sp>
        <p:nvSpPr>
          <p:cNvPr id="4" name="Slide Number Placeholder 3"/>
          <p:cNvSpPr>
            <a:spLocks noGrp="1"/>
          </p:cNvSpPr>
          <p:nvPr>
            <p:ph type="sldNum" sz="quarter" idx="5"/>
          </p:nvPr>
        </p:nvSpPr>
        <p:spPr/>
        <p:txBody>
          <a:bodyPr/>
          <a:lstStyle/>
          <a:p>
            <a:fld id="{4CF66C05-0691-4DD9-B1CA-D2F8FF1A7E89}" type="slidenum">
              <a:t>34</a:t>
            </a:fld>
            <a:endParaRPr lang="en-US"/>
          </a:p>
        </p:txBody>
      </p:sp>
    </p:spTree>
    <p:extLst>
      <p:ext uri="{BB962C8B-B14F-4D97-AF65-F5344CB8AC3E}">
        <p14:creationId xmlns:p14="http://schemas.microsoft.com/office/powerpoint/2010/main" val="6008542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mn-lt"/>
              </a:rPr>
              <a:t>Ben</a:t>
            </a:r>
            <a:br>
              <a:rPr lang="en-US">
                <a:cs typeface="+mn-lt"/>
              </a:rPr>
            </a:br>
            <a:r>
              <a:rPr lang="en-US">
                <a:hlinkClick r:id="rId3"/>
              </a:rPr>
              <a:t>Drawing.vsdx</a:t>
            </a:r>
            <a:endParaRPr lang="en-US"/>
          </a:p>
        </p:txBody>
      </p:sp>
      <p:sp>
        <p:nvSpPr>
          <p:cNvPr id="4" name="Slide Number Placeholder 3"/>
          <p:cNvSpPr>
            <a:spLocks noGrp="1"/>
          </p:cNvSpPr>
          <p:nvPr>
            <p:ph type="sldNum" sz="quarter" idx="5"/>
          </p:nvPr>
        </p:nvSpPr>
        <p:spPr/>
        <p:txBody>
          <a:bodyPr/>
          <a:lstStyle/>
          <a:p>
            <a:fld id="{4CF66C05-0691-4DD9-B1CA-D2F8FF1A7E89}" type="slidenum">
              <a:t>35</a:t>
            </a:fld>
            <a:endParaRPr lang="en-US"/>
          </a:p>
        </p:txBody>
      </p:sp>
    </p:spTree>
    <p:extLst>
      <p:ext uri="{BB962C8B-B14F-4D97-AF65-F5344CB8AC3E}">
        <p14:creationId xmlns:p14="http://schemas.microsoft.com/office/powerpoint/2010/main" val="14816100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cs typeface="+mn-lt"/>
              </a:rPr>
            </a:br>
            <a:r>
              <a:rPr lang="en-US"/>
              <a:t>Ben</a:t>
            </a:r>
          </a:p>
        </p:txBody>
      </p:sp>
      <p:sp>
        <p:nvSpPr>
          <p:cNvPr id="4" name="Slide Number Placeholder 3"/>
          <p:cNvSpPr>
            <a:spLocks noGrp="1"/>
          </p:cNvSpPr>
          <p:nvPr>
            <p:ph type="sldNum" sz="quarter" idx="5"/>
          </p:nvPr>
        </p:nvSpPr>
        <p:spPr/>
        <p:txBody>
          <a:bodyPr/>
          <a:lstStyle/>
          <a:p>
            <a:fld id="{4CF66C05-0691-4DD9-B1CA-D2F8FF1A7E89}" type="slidenum">
              <a:t>36</a:t>
            </a:fld>
            <a:endParaRPr lang="en-US"/>
          </a:p>
        </p:txBody>
      </p:sp>
    </p:spTree>
    <p:extLst>
      <p:ext uri="{BB962C8B-B14F-4D97-AF65-F5344CB8AC3E}">
        <p14:creationId xmlns:p14="http://schemas.microsoft.com/office/powerpoint/2010/main" val="38422669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spcBef>
                <a:spcPts val="500"/>
              </a:spcBef>
            </a:pPr>
            <a:r>
              <a:rPr lang="en-US">
                <a:ea typeface="Calibri"/>
                <a:cs typeface="Calibri"/>
              </a:rPr>
              <a:t>Lauric</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37</a:t>
            </a:fld>
            <a:endParaRPr lang="en-US"/>
          </a:p>
        </p:txBody>
      </p:sp>
    </p:spTree>
    <p:extLst>
      <p:ext uri="{BB962C8B-B14F-4D97-AF65-F5344CB8AC3E}">
        <p14:creationId xmlns:p14="http://schemas.microsoft.com/office/powerpoint/2010/main" val="2498257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Lauric</a:t>
            </a:r>
          </a:p>
        </p:txBody>
      </p:sp>
      <p:sp>
        <p:nvSpPr>
          <p:cNvPr id="4" name="Slide Number Placeholder 3"/>
          <p:cNvSpPr>
            <a:spLocks noGrp="1"/>
          </p:cNvSpPr>
          <p:nvPr>
            <p:ph type="sldNum" sz="quarter" idx="5"/>
          </p:nvPr>
        </p:nvSpPr>
        <p:spPr/>
        <p:txBody>
          <a:bodyPr/>
          <a:lstStyle/>
          <a:p>
            <a:fld id="{4CF66C05-0691-4DD9-B1CA-D2F8FF1A7E89}" type="slidenum">
              <a:t>38</a:t>
            </a:fld>
            <a:endParaRPr lang="en-US"/>
          </a:p>
        </p:txBody>
      </p:sp>
    </p:spTree>
    <p:extLst>
      <p:ext uri="{BB962C8B-B14F-4D97-AF65-F5344CB8AC3E}">
        <p14:creationId xmlns:p14="http://schemas.microsoft.com/office/powerpoint/2010/main" val="3212326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Lauric</a:t>
            </a:r>
          </a:p>
        </p:txBody>
      </p:sp>
      <p:sp>
        <p:nvSpPr>
          <p:cNvPr id="4" name="Slide Number Placeholder 3"/>
          <p:cNvSpPr>
            <a:spLocks noGrp="1"/>
          </p:cNvSpPr>
          <p:nvPr>
            <p:ph type="sldNum" sz="quarter" idx="5"/>
          </p:nvPr>
        </p:nvSpPr>
        <p:spPr/>
        <p:txBody>
          <a:bodyPr/>
          <a:lstStyle/>
          <a:p>
            <a:fld id="{4CF66C05-0691-4DD9-B1CA-D2F8FF1A7E89}" type="slidenum">
              <a:t>39</a:t>
            </a:fld>
            <a:endParaRPr lang="en-US"/>
          </a:p>
        </p:txBody>
      </p:sp>
    </p:spTree>
    <p:extLst>
      <p:ext uri="{BB962C8B-B14F-4D97-AF65-F5344CB8AC3E}">
        <p14:creationId xmlns:p14="http://schemas.microsoft.com/office/powerpoint/2010/main" val="8878554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Lauric</a:t>
            </a:r>
          </a:p>
        </p:txBody>
      </p:sp>
      <p:sp>
        <p:nvSpPr>
          <p:cNvPr id="4" name="Slide Number Placeholder 3"/>
          <p:cNvSpPr>
            <a:spLocks noGrp="1"/>
          </p:cNvSpPr>
          <p:nvPr>
            <p:ph type="sldNum" sz="quarter" idx="5"/>
          </p:nvPr>
        </p:nvSpPr>
        <p:spPr/>
        <p:txBody>
          <a:bodyPr/>
          <a:lstStyle/>
          <a:p>
            <a:fld id="{4CF66C05-0691-4DD9-B1CA-D2F8FF1A7E89}" type="slidenum">
              <a:t>40</a:t>
            </a:fld>
            <a:endParaRPr lang="en-US"/>
          </a:p>
        </p:txBody>
      </p:sp>
    </p:spTree>
    <p:extLst>
      <p:ext uri="{BB962C8B-B14F-4D97-AF65-F5344CB8AC3E}">
        <p14:creationId xmlns:p14="http://schemas.microsoft.com/office/powerpoint/2010/main" val="3037068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41</a:t>
            </a:fld>
            <a:endParaRPr lang="en-US"/>
          </a:p>
        </p:txBody>
      </p:sp>
    </p:spTree>
    <p:extLst>
      <p:ext uri="{BB962C8B-B14F-4D97-AF65-F5344CB8AC3E}">
        <p14:creationId xmlns:p14="http://schemas.microsoft.com/office/powerpoint/2010/main" val="33740276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42</a:t>
            </a:fld>
            <a:endParaRPr lang="en-US"/>
          </a:p>
        </p:txBody>
      </p:sp>
    </p:spTree>
    <p:extLst>
      <p:ext uri="{BB962C8B-B14F-4D97-AF65-F5344CB8AC3E}">
        <p14:creationId xmlns:p14="http://schemas.microsoft.com/office/powerpoint/2010/main" val="14477802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43</a:t>
            </a:fld>
            <a:endParaRPr lang="en-US"/>
          </a:p>
        </p:txBody>
      </p:sp>
    </p:spTree>
    <p:extLst>
      <p:ext uri="{BB962C8B-B14F-4D97-AF65-F5344CB8AC3E}">
        <p14:creationId xmlns:p14="http://schemas.microsoft.com/office/powerpoint/2010/main" val="33949621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44</a:t>
            </a:fld>
            <a:endParaRPr lang="en-US"/>
          </a:p>
        </p:txBody>
      </p:sp>
    </p:spTree>
    <p:extLst>
      <p:ext uri="{BB962C8B-B14F-4D97-AF65-F5344CB8AC3E}">
        <p14:creationId xmlns:p14="http://schemas.microsoft.com/office/powerpoint/2010/main" val="13938147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Trace</a:t>
            </a:r>
            <a:endParaRPr lang="en-US"/>
          </a:p>
        </p:txBody>
      </p:sp>
      <p:sp>
        <p:nvSpPr>
          <p:cNvPr id="4" name="Slide Number Placeholder 3"/>
          <p:cNvSpPr>
            <a:spLocks noGrp="1"/>
          </p:cNvSpPr>
          <p:nvPr>
            <p:ph type="sldNum" sz="quarter" idx="5"/>
          </p:nvPr>
        </p:nvSpPr>
        <p:spPr/>
        <p:txBody>
          <a:bodyPr/>
          <a:lstStyle/>
          <a:p>
            <a:fld id="{4CF66C05-0691-4DD9-B1CA-D2F8FF1A7E89}" type="slidenum">
              <a:t>45</a:t>
            </a:fld>
            <a:endParaRPr lang="en-US"/>
          </a:p>
        </p:txBody>
      </p:sp>
    </p:spTree>
    <p:extLst>
      <p:ext uri="{BB962C8B-B14F-4D97-AF65-F5344CB8AC3E}">
        <p14:creationId xmlns:p14="http://schemas.microsoft.com/office/powerpoint/2010/main" val="11031443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Everyone</a:t>
            </a:r>
            <a:endParaRPr lang="en-US"/>
          </a:p>
        </p:txBody>
      </p:sp>
      <p:sp>
        <p:nvSpPr>
          <p:cNvPr id="4" name="Slide Number Placeholder 3"/>
          <p:cNvSpPr>
            <a:spLocks noGrp="1"/>
          </p:cNvSpPr>
          <p:nvPr>
            <p:ph type="sldNum" sz="quarter" idx="5"/>
          </p:nvPr>
        </p:nvSpPr>
        <p:spPr/>
        <p:txBody>
          <a:bodyPr/>
          <a:lstStyle/>
          <a:p>
            <a:fld id="{4CF66C05-0691-4DD9-B1CA-D2F8FF1A7E89}" type="slidenum">
              <a:t>46</a:t>
            </a:fld>
            <a:endParaRPr lang="en-US"/>
          </a:p>
        </p:txBody>
      </p:sp>
    </p:spTree>
    <p:extLst>
      <p:ext uri="{BB962C8B-B14F-4D97-AF65-F5344CB8AC3E}">
        <p14:creationId xmlns:p14="http://schemas.microsoft.com/office/powerpoint/2010/main" val="3423069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CADE8CF-702D-4C63-A34C-CBE27128582B}"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2F447-7D67-4A01-A53B-A4696C349D6B}"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96084-E8AA-4452-8F49-5E1C5B1D49EC}"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EB5F9A-9777-42D2-ACBE-6FE23EDEC5B3}"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1B64AA-3F52-4ACF-A00A-3F1C69D15C2F}" type="datetime1">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426CCB-25EE-4900-AAD1-80F3AFB16ED6}" type="datetime1">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11EB8-A954-4CBF-9746-5D9A310338FE}" type="datetime1">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348B9D-5F4D-4490-B801-B54860D8F61C}"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D88E0-56EB-4A42-8BC5-41E08C717E1B}"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69786B-AF41-43BF-83B5-6688C1C77982}"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B35ED-B4EA-4A1F-B704-CEEF3A797FBF}"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EC97AB-1C4C-4B42-A49D-0D18E9615B03}" type="datetime1">
              <a:rPr lang="en-US" smtClean="0"/>
              <a:t>11/8/2024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dropbox.com/scl/fi/x5252ahhn4elurghndwhi/Ordering-Sheet-Control.xlsx?rlkey=swf18lss0prn7cls1npx8s1pl&amp;st=g7at8tg6&amp;dl=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researchgate.net/publication/259509038_Innovative_power_management_attitude_determination_and_control_tile_for_CubeSat_standard_NanoSatellites" TargetMode="External"/><Relationship Id="rId5" Type="http://schemas.openxmlformats.org/officeDocument/2006/relationships/hyperlink" Target="https://www.researchgate.net/publication/357488533_Optimized_Design_and_Analysis_of_Printed_Magnetorquer_for_a_3-U_Nano-Satellite" TargetMode="Externa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4.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3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ideo" Target="https://www.youtube.com/embed/svSaC4fhAYo?feature=oembed" TargetMode="Externa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556348" y="957023"/>
            <a:ext cx="9560289" cy="2387600"/>
          </a:xfrm>
        </p:spPr>
        <p:txBody>
          <a:bodyPr>
            <a:normAutofit/>
          </a:bodyPr>
          <a:lstStyle/>
          <a:p>
            <a:r>
              <a:rPr lang="en-US">
                <a:solidFill>
                  <a:srgbClr val="002060"/>
                </a:solidFill>
              </a:rPr>
              <a:t>CubeSat -Control </a:t>
            </a:r>
            <a:br>
              <a:rPr lang="en-US"/>
            </a:br>
            <a:r>
              <a:rPr lang="en-US">
                <a:solidFill>
                  <a:srgbClr val="002060"/>
                </a:solidFill>
              </a:rPr>
              <a:t>Preliminary Design Review </a:t>
            </a:r>
            <a:endParaRPr lang="en-US">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type="subTitle" idx="1"/>
          </p:nvPr>
        </p:nvSpPr>
        <p:spPr>
          <a:xfrm>
            <a:off x="1556349" y="3436698"/>
            <a:ext cx="9144000" cy="2646362"/>
          </a:xfrm>
        </p:spPr>
        <p:txBody>
          <a:bodyPr vert="horz" lIns="91440" tIns="45720" rIns="91440" bIns="45720" rtlCol="0" anchor="t">
            <a:normAutofit/>
          </a:bodyPr>
          <a:lstStyle/>
          <a:p>
            <a:r>
              <a:rPr lang="en-US">
                <a:solidFill>
                  <a:srgbClr val="002060"/>
                </a:solidFill>
              </a:rPr>
              <a:t>November 8, 2024</a:t>
            </a:r>
          </a:p>
          <a:p>
            <a:r>
              <a:rPr lang="en-US">
                <a:solidFill>
                  <a:srgbClr val="002060"/>
                </a:solidFill>
                <a:cs typeface="Calibri"/>
              </a:rPr>
              <a:t>Ben Sherman</a:t>
            </a:r>
          </a:p>
          <a:p>
            <a:r>
              <a:rPr lang="en-US">
                <a:solidFill>
                  <a:srgbClr val="002060"/>
                </a:solidFill>
                <a:cs typeface="Calibri"/>
              </a:rPr>
              <a:t>Trace Shafer</a:t>
            </a:r>
          </a:p>
          <a:p>
            <a:r>
              <a:rPr lang="en-US">
                <a:solidFill>
                  <a:srgbClr val="002060"/>
                </a:solidFill>
                <a:cs typeface="Calibri"/>
              </a:rPr>
              <a:t>Lauric Brown</a:t>
            </a:r>
          </a:p>
          <a:p>
            <a:r>
              <a:rPr lang="en-US">
                <a:solidFill>
                  <a:srgbClr val="002060"/>
                </a:solidFill>
                <a:cs typeface="Calibri"/>
              </a:rPr>
              <a:t>Micah Gifford</a:t>
            </a:r>
          </a:p>
          <a:p>
            <a:endParaRPr lang="en-US">
              <a:solidFill>
                <a:srgbClr val="002060"/>
              </a:solidFill>
              <a:cs typeface="Calibri"/>
            </a:endParaRPr>
          </a:p>
        </p:txBody>
      </p:sp>
    </p:spTree>
    <p:extLst>
      <p:ext uri="{BB962C8B-B14F-4D97-AF65-F5344CB8AC3E}">
        <p14:creationId xmlns:p14="http://schemas.microsoft.com/office/powerpoint/2010/main" val="114823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PDR Overview </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387474"/>
            <a:ext cx="6343650" cy="4938053"/>
          </a:xfrm>
        </p:spPr>
        <p:txBody>
          <a:bodyPr vert="horz" lIns="91440" tIns="45720" rIns="91440" bIns="45720" rtlCol="0" anchor="t">
            <a:normAutofit lnSpcReduction="10000"/>
          </a:bodyPr>
          <a:lstStyle/>
          <a:p>
            <a:r>
              <a:rPr lang="en-US" sz="2400">
                <a:solidFill>
                  <a:srgbClr val="002060"/>
                </a:solidFill>
                <a:ea typeface="Calibri"/>
                <a:cs typeface="Calibri"/>
              </a:rPr>
              <a:t>Attitude Control Subsystem Description</a:t>
            </a:r>
          </a:p>
          <a:p>
            <a:r>
              <a:rPr lang="en-US" sz="2400">
                <a:solidFill>
                  <a:srgbClr val="002060"/>
                </a:solidFill>
                <a:cs typeface="Calibri"/>
              </a:rPr>
              <a:t>Ejection Timeline</a:t>
            </a:r>
          </a:p>
          <a:p>
            <a:r>
              <a:rPr lang="en-US" sz="2400">
                <a:solidFill>
                  <a:srgbClr val="002060"/>
                </a:solidFill>
                <a:cs typeface="Calibri"/>
              </a:rPr>
              <a:t>Orbit Timeline</a:t>
            </a:r>
          </a:p>
          <a:p>
            <a:r>
              <a:rPr lang="en-US" sz="2400">
                <a:solidFill>
                  <a:srgbClr val="002060"/>
                </a:solidFill>
                <a:cs typeface="Calibri"/>
              </a:rPr>
              <a:t>Design Criteria</a:t>
            </a:r>
          </a:p>
          <a:p>
            <a:r>
              <a:rPr lang="en-US" sz="2400">
                <a:solidFill>
                  <a:srgbClr val="002060"/>
                </a:solidFill>
                <a:cs typeface="Calibri"/>
              </a:rPr>
              <a:t>Actuators</a:t>
            </a:r>
          </a:p>
          <a:p>
            <a:pPr lvl="1"/>
            <a:r>
              <a:rPr lang="en-US">
                <a:solidFill>
                  <a:srgbClr val="002060"/>
                </a:solidFill>
                <a:cs typeface="Calibri"/>
              </a:rPr>
              <a:t>Reaction Wheels</a:t>
            </a:r>
          </a:p>
          <a:p>
            <a:pPr lvl="1"/>
            <a:r>
              <a:rPr lang="en-US">
                <a:solidFill>
                  <a:srgbClr val="002060"/>
                </a:solidFill>
                <a:cs typeface="Calibri"/>
              </a:rPr>
              <a:t>Magnetorquers</a:t>
            </a:r>
          </a:p>
          <a:p>
            <a:r>
              <a:rPr lang="en-US" sz="2400">
                <a:solidFill>
                  <a:srgbClr val="002060"/>
                </a:solidFill>
                <a:cs typeface="Calibri"/>
              </a:rPr>
              <a:t>Sensors</a:t>
            </a:r>
          </a:p>
          <a:p>
            <a:pPr lvl="1"/>
            <a:r>
              <a:rPr lang="en-US">
                <a:solidFill>
                  <a:srgbClr val="002060"/>
                </a:solidFill>
                <a:cs typeface="Calibri"/>
              </a:rPr>
              <a:t>Star Trackers</a:t>
            </a:r>
          </a:p>
          <a:p>
            <a:pPr lvl="1"/>
            <a:r>
              <a:rPr lang="en-US">
                <a:solidFill>
                  <a:srgbClr val="002060"/>
                </a:solidFill>
                <a:cs typeface="Calibri"/>
              </a:rPr>
              <a:t>Sun Sensors</a:t>
            </a:r>
          </a:p>
          <a:p>
            <a:pPr lvl="1"/>
            <a:r>
              <a:rPr lang="en-US">
                <a:solidFill>
                  <a:srgbClr val="002060"/>
                </a:solidFill>
                <a:cs typeface="Calibri"/>
              </a:rPr>
              <a:t>IMU</a:t>
            </a:r>
          </a:p>
          <a:p>
            <a:pPr lvl="1"/>
            <a:r>
              <a:rPr lang="en-US">
                <a:solidFill>
                  <a:srgbClr val="002060"/>
                </a:solidFill>
                <a:cs typeface="Calibri"/>
              </a:rPr>
              <a:t>Magnetometer</a:t>
            </a:r>
          </a:p>
          <a:p>
            <a:pPr indent="-457200"/>
            <a:endParaRPr lang="en-US">
              <a:solidFill>
                <a:srgbClr val="002060"/>
              </a:solidFill>
              <a:cs typeface="Calibri"/>
            </a:endParaRPr>
          </a:p>
          <a:p>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2</a:t>
            </a:fld>
            <a:endParaRPr lang="en-US"/>
          </a:p>
        </p:txBody>
      </p:sp>
      <p:sp>
        <p:nvSpPr>
          <p:cNvPr id="6" name="Subtitle 2">
            <a:extLst>
              <a:ext uri="{FF2B5EF4-FFF2-40B4-BE49-F238E27FC236}">
                <a16:creationId xmlns:a16="http://schemas.microsoft.com/office/drawing/2014/main" id="{7A80AE21-4BAB-255D-D0E2-5ABA27E3A3A9}"/>
              </a:ext>
            </a:extLst>
          </p:cNvPr>
          <p:cNvSpPr txBox="1">
            <a:spLocks/>
          </p:cNvSpPr>
          <p:nvPr/>
        </p:nvSpPr>
        <p:spPr>
          <a:xfrm>
            <a:off x="6858000" y="1254124"/>
            <a:ext cx="4495800" cy="4938053"/>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002060"/>
                </a:solidFill>
                <a:cs typeface="Calibri"/>
              </a:rPr>
              <a:t>Control System</a:t>
            </a:r>
          </a:p>
          <a:p>
            <a:r>
              <a:rPr lang="en-US">
                <a:solidFill>
                  <a:srgbClr val="002060"/>
                </a:solidFill>
                <a:cs typeface="Calibri"/>
              </a:rPr>
              <a:t>Control Diagram</a:t>
            </a:r>
          </a:p>
          <a:p>
            <a:r>
              <a:rPr lang="en-US">
                <a:solidFill>
                  <a:srgbClr val="002060"/>
                </a:solidFill>
                <a:cs typeface="Calibri"/>
              </a:rPr>
              <a:t>Control Code</a:t>
            </a:r>
          </a:p>
          <a:p>
            <a:r>
              <a:rPr lang="en-US">
                <a:solidFill>
                  <a:srgbClr val="002060"/>
                </a:solidFill>
                <a:cs typeface="Calibri"/>
              </a:rPr>
              <a:t>Board Layout</a:t>
            </a:r>
          </a:p>
          <a:p>
            <a:r>
              <a:rPr lang="en-US">
                <a:solidFill>
                  <a:srgbClr val="002060"/>
                </a:solidFill>
                <a:cs typeface="Calibri"/>
              </a:rPr>
              <a:t>Control Weight</a:t>
            </a:r>
          </a:p>
          <a:p>
            <a:r>
              <a:rPr lang="en-US">
                <a:solidFill>
                  <a:srgbClr val="002060"/>
                </a:solidFill>
                <a:cs typeface="Calibri"/>
              </a:rPr>
              <a:t>Power Consumption</a:t>
            </a:r>
          </a:p>
          <a:p>
            <a:r>
              <a:rPr lang="en-US">
                <a:solidFill>
                  <a:srgbClr val="002060"/>
                </a:solidFill>
                <a:cs typeface="Calibri"/>
              </a:rPr>
              <a:t>Risk Mitigation</a:t>
            </a:r>
          </a:p>
          <a:p>
            <a:r>
              <a:rPr lang="en-US">
                <a:solidFill>
                  <a:srgbClr val="002060"/>
                </a:solidFill>
                <a:cs typeface="Calibri"/>
              </a:rPr>
              <a:t>Reference Frames</a:t>
            </a:r>
          </a:p>
          <a:p>
            <a:pPr lvl="1"/>
            <a:r>
              <a:rPr lang="en-US">
                <a:solidFill>
                  <a:srgbClr val="002060"/>
                </a:solidFill>
                <a:cs typeface="Calibri"/>
              </a:rPr>
              <a:t>ICRF Coordinates</a:t>
            </a:r>
          </a:p>
          <a:p>
            <a:r>
              <a:rPr lang="en-US">
                <a:solidFill>
                  <a:srgbClr val="002060"/>
                </a:solidFill>
                <a:cs typeface="Calibri"/>
              </a:rPr>
              <a:t>Preliminary Subsystem Analysis</a:t>
            </a:r>
          </a:p>
          <a:p>
            <a:r>
              <a:rPr lang="en-US">
                <a:solidFill>
                  <a:srgbClr val="002060"/>
                </a:solidFill>
                <a:cs typeface="Calibri"/>
              </a:rPr>
              <a:t>Gantt Chart</a:t>
            </a:r>
          </a:p>
          <a:p>
            <a:r>
              <a:rPr lang="en-US">
                <a:solidFill>
                  <a:srgbClr val="002060"/>
                </a:solidFill>
                <a:cs typeface="Calibri"/>
              </a:rPr>
              <a:t>Budget/Cost Estimate</a:t>
            </a:r>
          </a:p>
          <a:p>
            <a:pPr marL="0" indent="0">
              <a:buNone/>
            </a:pPr>
            <a:endParaRPr lang="en-US">
              <a:solidFill>
                <a:srgbClr val="002060"/>
              </a:solidFill>
              <a:cs typeface="Calibri"/>
            </a:endParaRPr>
          </a:p>
          <a:p>
            <a:pPr indent="-457200"/>
            <a:endParaRPr lang="en-US">
              <a:solidFill>
                <a:srgbClr val="002060"/>
              </a:solidFill>
              <a:cs typeface="Calibri"/>
            </a:endParaRPr>
          </a:p>
          <a:p>
            <a:endParaRPr lang="en-US">
              <a:solidFill>
                <a:srgbClr val="002060"/>
              </a:solidFill>
              <a:cs typeface="Calibri"/>
            </a:endParaRPr>
          </a:p>
        </p:txBody>
      </p:sp>
    </p:spTree>
    <p:extLst>
      <p:ext uri="{BB962C8B-B14F-4D97-AF65-F5344CB8AC3E}">
        <p14:creationId xmlns:p14="http://schemas.microsoft.com/office/powerpoint/2010/main" val="3713309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Attitude Control System (ACS) Design Description</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987549"/>
            <a:ext cx="10515600" cy="4337978"/>
          </a:xfrm>
        </p:spPr>
        <p:txBody>
          <a:bodyPr vert="horz" lIns="91440" tIns="45720" rIns="91440" bIns="45720" rtlCol="0" anchor="t">
            <a:normAutofit/>
          </a:bodyPr>
          <a:lstStyle/>
          <a:p>
            <a:pPr>
              <a:lnSpc>
                <a:spcPct val="100000"/>
              </a:lnSpc>
            </a:pPr>
            <a:r>
              <a:rPr lang="en-US">
                <a:solidFill>
                  <a:srgbClr val="002060"/>
                </a:solidFill>
                <a:latin typeface="Calibri"/>
                <a:ea typeface="+mn-lt"/>
                <a:cs typeface="+mn-lt"/>
              </a:rPr>
              <a:t>Stakeholders: Utah NASA Space Grant Consortium, Utah Division of Water Resources</a:t>
            </a:r>
          </a:p>
          <a:p>
            <a:pPr>
              <a:lnSpc>
                <a:spcPct val="100000"/>
              </a:lnSpc>
            </a:pPr>
            <a:r>
              <a:rPr lang="en-US">
                <a:solidFill>
                  <a:srgbClr val="002060"/>
                </a:solidFill>
                <a:latin typeface="Calibri"/>
                <a:ea typeface="+mn-lt"/>
                <a:cs typeface="+mn-lt"/>
              </a:rPr>
              <a:t>Sponsors: RAM, PTC, Washington County Water Conservancy District</a:t>
            </a:r>
          </a:p>
          <a:p>
            <a:pPr>
              <a:lnSpc>
                <a:spcPct val="100000"/>
              </a:lnSpc>
            </a:pPr>
            <a:r>
              <a:rPr lang="en-US">
                <a:solidFill>
                  <a:srgbClr val="002060"/>
                </a:solidFill>
                <a:latin typeface="Calibri"/>
                <a:ea typeface="+mn-lt"/>
                <a:cs typeface="+mn-lt"/>
              </a:rPr>
              <a:t>Design Statement: Design, prototype, and evaluate attitude control system to point at a set location on Earth while taking a photo from low Earth orbit.</a:t>
            </a:r>
          </a:p>
          <a:p>
            <a:endParaRPr lang="en-US">
              <a:solidFill>
                <a:srgbClr val="002060"/>
              </a:solidFill>
              <a:latin typeface="Calibri"/>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4077004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Attitude Control System (ACS) Description</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r>
              <a:rPr lang="en-US">
                <a:solidFill>
                  <a:srgbClr val="002060"/>
                </a:solidFill>
                <a:ea typeface="+mn-lt"/>
                <a:cs typeface="+mn-lt"/>
              </a:rPr>
              <a:t>Our CubeSat's ACS is designed to stabilize and precisely orient the satellite in space. </a:t>
            </a:r>
          </a:p>
          <a:p>
            <a:r>
              <a:rPr lang="en-US">
                <a:solidFill>
                  <a:srgbClr val="002060"/>
                </a:solidFill>
                <a:ea typeface="+mn-lt"/>
                <a:cs typeface="+mn-lt"/>
              </a:rPr>
              <a:t>After launch, magnetorquers are used to stop any tumbling by interacting with Earth's magnetic field. </a:t>
            </a:r>
          </a:p>
          <a:p>
            <a:r>
              <a:rPr lang="en-US">
                <a:solidFill>
                  <a:srgbClr val="002060"/>
                </a:solidFill>
                <a:ea typeface="+mn-lt"/>
                <a:cs typeface="+mn-lt"/>
              </a:rPr>
              <a:t>Once stabilized, reaction wheels provide fine control to point the CubeSat at specific targets, such as Utah, for photography. </a:t>
            </a:r>
          </a:p>
          <a:p>
            <a:r>
              <a:rPr lang="en-US">
                <a:solidFill>
                  <a:srgbClr val="002060"/>
                </a:solidFill>
                <a:ea typeface="+mn-lt"/>
                <a:cs typeface="+mn-lt"/>
              </a:rPr>
              <a:t>The primary attitude sensing is handled by the star tracker, with sun sensors as a backup. </a:t>
            </a:r>
          </a:p>
          <a:p>
            <a:r>
              <a:rPr lang="en-US">
                <a:solidFill>
                  <a:srgbClr val="002060"/>
                </a:solidFill>
                <a:ea typeface="+mn-lt"/>
                <a:cs typeface="+mn-lt"/>
              </a:rPr>
              <a:t>Additional data from the IMU and magnetometer ensure real-time attitude determination and accurate control throughout the mission.</a:t>
            </a:r>
            <a:endParaRPr lang="en-US">
              <a:solidFill>
                <a:srgbClr val="002060"/>
              </a:solidFill>
              <a:ea typeface="Calibri"/>
              <a:cs typeface="Calibri"/>
            </a:endParaRPr>
          </a:p>
          <a:p>
            <a:endParaRPr lang="en-US">
              <a:solidFill>
                <a:srgbClr val="002060"/>
              </a:solidFill>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4931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pPr>
              <a:spcBef>
                <a:spcPts val="1000"/>
              </a:spcBef>
            </a:pPr>
            <a:r>
              <a:rPr lang="en-US" sz="3600">
                <a:solidFill>
                  <a:srgbClr val="002060"/>
                </a:solidFill>
                <a:latin typeface="Calibri"/>
                <a:ea typeface="Calibri"/>
                <a:cs typeface="Calibri"/>
              </a:rPr>
              <a:t>Design Criteria</a:t>
            </a:r>
            <a:endParaRPr lang="en-US" sz="3600">
              <a:solidFill>
                <a:srgbClr val="000000"/>
              </a:solidFill>
              <a:latin typeface="Calibri"/>
              <a:ea typeface="Calibri"/>
              <a:cs typeface="Calibri"/>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340716"/>
            <a:ext cx="10515600" cy="4984811"/>
          </a:xfrm>
        </p:spPr>
        <p:txBody>
          <a:bodyPr vert="horz" lIns="91440" tIns="45720" rIns="91440" bIns="45720" rtlCol="0" anchor="t">
            <a:normAutofit fontScale="92500" lnSpcReduction="10000"/>
          </a:bodyPr>
          <a:lstStyle/>
          <a:p>
            <a:pPr lvl="1"/>
            <a:r>
              <a:rPr lang="en-US">
                <a:solidFill>
                  <a:srgbClr val="002060"/>
                </a:solidFill>
                <a:cs typeface="Calibri"/>
              </a:rPr>
              <a:t>Requirements:</a:t>
            </a:r>
            <a:endParaRPr lang="en-US">
              <a:solidFill>
                <a:srgbClr val="002060"/>
              </a:solidFill>
            </a:endParaRPr>
          </a:p>
          <a:p>
            <a:pPr lvl="2"/>
            <a:r>
              <a:rPr lang="en-US">
                <a:solidFill>
                  <a:srgbClr val="002060"/>
                </a:solidFill>
                <a:cs typeface="Calibri"/>
              </a:rPr>
              <a:t>2 year life</a:t>
            </a:r>
          </a:p>
          <a:p>
            <a:pPr lvl="2"/>
            <a:r>
              <a:rPr lang="en-US">
                <a:solidFill>
                  <a:srgbClr val="002060"/>
                </a:solidFill>
                <a:cs typeface="Calibri"/>
              </a:rPr>
              <a:t>Must be able to use ACS to detumble after ejection</a:t>
            </a:r>
          </a:p>
          <a:p>
            <a:pPr lvl="2"/>
            <a:r>
              <a:rPr lang="en-US">
                <a:solidFill>
                  <a:srgbClr val="002060"/>
                </a:solidFill>
                <a:cs typeface="Calibri"/>
              </a:rPr>
              <a:t>Must be able to track a point on Earth while a photo is being taken</a:t>
            </a:r>
          </a:p>
          <a:p>
            <a:pPr lvl="1"/>
            <a:r>
              <a:rPr lang="en-US">
                <a:solidFill>
                  <a:srgbClr val="002060"/>
                </a:solidFill>
              </a:rPr>
              <a:t>Loads: </a:t>
            </a:r>
            <a:endParaRPr lang="en-US">
              <a:solidFill>
                <a:srgbClr val="000000"/>
              </a:solidFill>
              <a:cs typeface="Calibri"/>
            </a:endParaRPr>
          </a:p>
          <a:p>
            <a:pPr lvl="2"/>
            <a:r>
              <a:rPr lang="en-US">
                <a:solidFill>
                  <a:srgbClr val="002060"/>
                </a:solidFill>
              </a:rPr>
              <a:t>Must withstand random vibration of 10 </a:t>
            </a:r>
            <a:r>
              <a:rPr lang="en-US" err="1">
                <a:solidFill>
                  <a:srgbClr val="002060"/>
                </a:solidFill>
              </a:rPr>
              <a:t>Grms</a:t>
            </a:r>
            <a:r>
              <a:rPr lang="en-US">
                <a:solidFill>
                  <a:srgbClr val="002060"/>
                </a:solidFill>
              </a:rPr>
              <a:t> 1 min per axis</a:t>
            </a:r>
            <a:endParaRPr lang="en-US" err="1">
              <a:solidFill>
                <a:srgbClr val="000000"/>
              </a:solidFill>
            </a:endParaRPr>
          </a:p>
          <a:p>
            <a:pPr lvl="2"/>
            <a:r>
              <a:rPr lang="en-US">
                <a:solidFill>
                  <a:srgbClr val="002060"/>
                </a:solidFill>
              </a:rPr>
              <a:t>Must withstand bakeout of 100C for 24 hours</a:t>
            </a:r>
            <a:endParaRPr lang="en-US">
              <a:solidFill>
                <a:srgbClr val="000000"/>
              </a:solidFill>
            </a:endParaRPr>
          </a:p>
          <a:p>
            <a:pPr lvl="2"/>
            <a:r>
              <a:rPr lang="en-US">
                <a:solidFill>
                  <a:srgbClr val="002060"/>
                </a:solidFill>
                <a:ea typeface="Calibri"/>
                <a:cs typeface="Calibri"/>
              </a:rPr>
              <a:t>Estimated temperature cycling –25C to 25C</a:t>
            </a:r>
            <a:endParaRPr lang="en-US">
              <a:solidFill>
                <a:srgbClr val="002060"/>
              </a:solidFill>
            </a:endParaRPr>
          </a:p>
          <a:p>
            <a:pPr lvl="1"/>
            <a:r>
              <a:rPr lang="en-US">
                <a:solidFill>
                  <a:srgbClr val="002060"/>
                </a:solidFill>
              </a:rPr>
              <a:t>Materials concerned about:</a:t>
            </a:r>
            <a:endParaRPr lang="en-US">
              <a:solidFill>
                <a:srgbClr val="002060"/>
              </a:solidFill>
              <a:cs typeface="Calibri"/>
            </a:endParaRPr>
          </a:p>
          <a:p>
            <a:pPr lvl="2"/>
            <a:r>
              <a:rPr lang="en-US">
                <a:solidFill>
                  <a:srgbClr val="002060"/>
                </a:solidFill>
                <a:ea typeface="Calibri"/>
                <a:cs typeface="Calibri"/>
              </a:rPr>
              <a:t>Aluminum 6061</a:t>
            </a:r>
          </a:p>
          <a:p>
            <a:pPr lvl="2"/>
            <a:r>
              <a:rPr lang="en-US">
                <a:solidFill>
                  <a:srgbClr val="002060"/>
                </a:solidFill>
                <a:cs typeface="Calibri"/>
              </a:rPr>
              <a:t>Reaction Wheel Glass Bearings</a:t>
            </a:r>
            <a:endParaRPr lang="en-US">
              <a:solidFill>
                <a:srgbClr val="002060"/>
              </a:solidFill>
            </a:endParaRPr>
          </a:p>
          <a:p>
            <a:pPr lvl="1"/>
            <a:r>
              <a:rPr lang="en-US">
                <a:solidFill>
                  <a:srgbClr val="002060"/>
                </a:solidFill>
              </a:rPr>
              <a:t>Electronic component temperature allowable: Derated from 125C</a:t>
            </a:r>
            <a:endParaRPr lang="en-US">
              <a:solidFill>
                <a:srgbClr val="002060"/>
              </a:solidFill>
              <a:ea typeface="Calibri"/>
              <a:cs typeface="Calibri"/>
            </a:endParaRPr>
          </a:p>
          <a:p>
            <a:pPr lvl="1"/>
            <a:r>
              <a:rPr lang="en-US">
                <a:solidFill>
                  <a:srgbClr val="002060"/>
                </a:solidFill>
                <a:ea typeface="Calibri"/>
                <a:cs typeface="Calibri"/>
              </a:rPr>
              <a:t>Power, current, and voltage for all electric components will be also be derated.</a:t>
            </a:r>
          </a:p>
          <a:p>
            <a:pPr lvl="2"/>
            <a:r>
              <a:rPr lang="en-US">
                <a:solidFill>
                  <a:srgbClr val="002060"/>
                </a:solidFill>
                <a:ea typeface="Calibri"/>
                <a:cs typeface="Calibri"/>
              </a:rPr>
              <a:t>Power: 50-70%</a:t>
            </a:r>
          </a:p>
          <a:p>
            <a:pPr lvl="2"/>
            <a:r>
              <a:rPr lang="en-US">
                <a:solidFill>
                  <a:srgbClr val="002060"/>
                </a:solidFill>
                <a:ea typeface="Calibri"/>
                <a:cs typeface="Calibri"/>
              </a:rPr>
              <a:t>Current: 50-75%</a:t>
            </a:r>
          </a:p>
          <a:p>
            <a:pPr lvl="2"/>
            <a:r>
              <a:rPr lang="en-US">
                <a:solidFill>
                  <a:srgbClr val="002060"/>
                </a:solidFill>
                <a:cs typeface="Calibri"/>
              </a:rPr>
              <a:t>Voltage: 50-80%</a:t>
            </a:r>
          </a:p>
          <a:p>
            <a:pPr marL="457200" lvl="1" indent="0">
              <a:buNone/>
            </a:pPr>
            <a:endParaRPr lang="en-US">
              <a:solidFill>
                <a:srgbClr val="002060"/>
              </a:solidFill>
              <a:cs typeface="Calibri"/>
            </a:endParaRPr>
          </a:p>
          <a:p>
            <a:pPr lvl="1"/>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363878" cy="365125"/>
          </a:xfrm>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2078996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Software/Mechanical</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5"/>
            <a:ext cx="10515600" cy="4351338"/>
          </a:xfrm>
        </p:spPr>
        <p:txBody>
          <a:bodyPr vert="horz" lIns="91440" tIns="45720" rIns="91440" bIns="45720" rtlCol="0" anchor="t">
            <a:normAutofit/>
          </a:bodyPr>
          <a:lstStyle/>
          <a:p>
            <a:r>
              <a:rPr lang="en-US" sz="2400" b="1">
                <a:solidFill>
                  <a:srgbClr val="002060"/>
                </a:solidFill>
                <a:latin typeface="Calibri"/>
                <a:ea typeface="Atlas Grotesk Web"/>
                <a:cs typeface="Atlas Grotesk Web"/>
              </a:rPr>
              <a:t>Estimate lines of code:</a:t>
            </a:r>
            <a:r>
              <a:rPr lang="en-US" sz="2400">
                <a:solidFill>
                  <a:srgbClr val="002060"/>
                </a:solidFill>
                <a:latin typeface="Calibri"/>
                <a:ea typeface="Atlas Grotesk Web"/>
                <a:cs typeface="Atlas Grotesk Web"/>
              </a:rPr>
              <a:t> </a:t>
            </a:r>
          </a:p>
          <a:p>
            <a:pPr lvl="1"/>
            <a:r>
              <a:rPr lang="en-US" sz="2000">
                <a:solidFill>
                  <a:srgbClr val="002060"/>
                </a:solidFill>
                <a:latin typeface="Calibri"/>
                <a:ea typeface="Atlas Grotesk Web"/>
                <a:cs typeface="Atlas Grotesk Web"/>
              </a:rPr>
              <a:t>Drivers: 5 * 500 = 2500</a:t>
            </a:r>
          </a:p>
          <a:p>
            <a:pPr lvl="1"/>
            <a:r>
              <a:rPr lang="en-US" sz="2000">
                <a:solidFill>
                  <a:srgbClr val="002060"/>
                </a:solidFill>
                <a:latin typeface="Calibri"/>
                <a:ea typeface="Atlas Grotesk Web"/>
                <a:cs typeface="Atlas Grotesk Web"/>
              </a:rPr>
              <a:t>Control Loop: 1000</a:t>
            </a:r>
          </a:p>
          <a:p>
            <a:r>
              <a:rPr lang="en-US" sz="2400" b="1">
                <a:solidFill>
                  <a:srgbClr val="002060"/>
                </a:solidFill>
                <a:latin typeface="Calibri"/>
                <a:ea typeface="Atlas Grotesk Web"/>
                <a:cs typeface="Atlas Grotesk Web"/>
              </a:rPr>
              <a:t>Mechanical </a:t>
            </a:r>
            <a:r>
              <a:rPr lang="en-US" sz="2400" b="1">
                <a:solidFill>
                  <a:srgbClr val="002060"/>
                </a:solidFill>
                <a:latin typeface="Calibri"/>
                <a:ea typeface="Atlas Grotesk Web"/>
                <a:cs typeface="Calibri"/>
              </a:rPr>
              <a:t>interfaces:</a:t>
            </a:r>
            <a:r>
              <a:rPr lang="en-US" sz="2400">
                <a:solidFill>
                  <a:srgbClr val="002060"/>
                </a:solidFill>
                <a:latin typeface="Calibri"/>
                <a:ea typeface="Atlas Grotesk Web"/>
                <a:cs typeface="Atlas Grotesk Web"/>
              </a:rPr>
              <a:t> All parts will be attached to a PCB board except for the reaction wheels. PCB board will be attached by standoffs on the board. Reaction wheel aluminum frame will also be bolted directly to the frame, the motors will be bolted to the frame. </a:t>
            </a:r>
          </a:p>
          <a:p>
            <a:r>
              <a:rPr lang="en-US" sz="2400" b="1">
                <a:solidFill>
                  <a:srgbClr val="002060"/>
                </a:solidFill>
                <a:latin typeface="Calibri"/>
                <a:ea typeface="Atlas Grotesk Web"/>
                <a:cs typeface="Atlas Grotesk Web"/>
              </a:rPr>
              <a:t>Electrical interfaces: </a:t>
            </a:r>
            <a:r>
              <a:rPr lang="en-US" sz="2400">
                <a:solidFill>
                  <a:srgbClr val="002060"/>
                </a:solidFill>
                <a:latin typeface="Calibri"/>
                <a:ea typeface="Atlas Grotesk Web"/>
                <a:cs typeface="Atlas Grotesk Web"/>
              </a:rPr>
              <a:t>Motor will connect to the driver using ribbons, we will get data from the star tracker and sun sensors via the command bus. The rest will be soldered directly to PCB board.</a:t>
            </a:r>
            <a:endParaRPr lang="en-US" sz="2400">
              <a:cs typeface="Calibri"/>
            </a:endParaRPr>
          </a:p>
          <a:p>
            <a:pPr rtl="0"/>
            <a:endParaRPr lang="en-US" sz="2400">
              <a:solidFill>
                <a:srgbClr val="002060"/>
              </a:solidFill>
              <a:latin typeface="Atlas Grotesk Web"/>
              <a:ea typeface="Atlas Grotesk Web"/>
              <a:cs typeface="Atlas Grotesk Web"/>
            </a:endParaRPr>
          </a:p>
          <a:p>
            <a:pPr lvl="1"/>
            <a:endParaRPr lang="en-US">
              <a:solidFill>
                <a:srgbClr val="002060"/>
              </a:solidFill>
              <a:cs typeface="Calibri" panose="020F0502020204030204"/>
            </a:endParaRPr>
          </a:p>
          <a:p>
            <a:pPr lvl="1"/>
            <a:endParaRPr lang="en-US">
              <a:solidFill>
                <a:srgbClr val="002060"/>
              </a:solidFill>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461588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Budget/Cost Estimate</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5"/>
            <a:ext cx="3133725" cy="846138"/>
          </a:xfrm>
        </p:spPr>
        <p:txBody>
          <a:bodyPr vert="horz" lIns="91440" tIns="45720" rIns="91440" bIns="45720" rtlCol="0" anchor="t">
            <a:normAutofit/>
          </a:bodyPr>
          <a:lstStyle/>
          <a:p>
            <a:r>
              <a:rPr lang="en-US">
                <a:solidFill>
                  <a:srgbClr val="002060"/>
                </a:solidFill>
                <a:ea typeface="Calibri"/>
                <a:cs typeface="Calibri"/>
                <a:hlinkClick r:id="rId4"/>
              </a:rPr>
              <a:t>Budget:</a:t>
            </a:r>
            <a:r>
              <a:rPr lang="en-US">
                <a:solidFill>
                  <a:srgbClr val="002060"/>
                </a:solidFill>
                <a:ea typeface="Calibri"/>
                <a:cs typeface="Calibri"/>
              </a:rPr>
              <a:t> $1500</a:t>
            </a:r>
            <a:endParaRPr lang="en-US">
              <a:solidFill>
                <a:srgbClr val="002060"/>
              </a:solidFill>
            </a:endParaRPr>
          </a:p>
          <a:p>
            <a:pPr lvl="1"/>
            <a:endParaRPr lang="en-US">
              <a:solidFill>
                <a:srgbClr val="002060"/>
              </a:solidFill>
              <a:cs typeface="Calibri"/>
            </a:endParaRPr>
          </a:p>
          <a:p>
            <a:pPr lvl="1"/>
            <a:endParaRPr lang="en-US">
              <a:solidFill>
                <a:srgbClr val="002060"/>
              </a:solidFill>
              <a:cs typeface="Calibri"/>
            </a:endParaRPr>
          </a:p>
          <a:p>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7</a:t>
            </a:fld>
            <a:endParaRPr lang="en-US"/>
          </a:p>
        </p:txBody>
      </p:sp>
      <p:pic>
        <p:nvPicPr>
          <p:cNvPr id="5" name="Picture 4" descr="A screenshot of a spreadsheet&#10;&#10;Description automatically generated">
            <a:extLst>
              <a:ext uri="{FF2B5EF4-FFF2-40B4-BE49-F238E27FC236}">
                <a16:creationId xmlns:a16="http://schemas.microsoft.com/office/drawing/2014/main" id="{70DD270C-2A60-835B-C3EC-BFC1E0D3D3EB}"/>
              </a:ext>
            </a:extLst>
          </p:cNvPr>
          <p:cNvPicPr>
            <a:picLocks noChangeAspect="1"/>
          </p:cNvPicPr>
          <p:nvPr/>
        </p:nvPicPr>
        <p:blipFill>
          <a:blip r:embed="rId5"/>
          <a:stretch>
            <a:fillRect/>
          </a:stretch>
        </p:blipFill>
        <p:spPr>
          <a:xfrm>
            <a:off x="5701727" y="190500"/>
            <a:ext cx="5198622" cy="5753100"/>
          </a:xfrm>
          <a:prstGeom prst="rect">
            <a:avLst/>
          </a:prstGeom>
        </p:spPr>
      </p:pic>
    </p:spTree>
    <p:extLst>
      <p:ext uri="{BB962C8B-B14F-4D97-AF65-F5344CB8AC3E}">
        <p14:creationId xmlns:p14="http://schemas.microsoft.com/office/powerpoint/2010/main" val="2145951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Control Weight</a:t>
            </a:r>
            <a:endParaRPr lang="en-US" sz="3600">
              <a:solidFill>
                <a:srgbClr val="002060"/>
              </a:solidFill>
              <a:ea typeface="Calibri Light"/>
              <a:cs typeface="Calibri Light"/>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10505" y="6325528"/>
            <a:ext cx="390650" cy="313639"/>
          </a:xfrm>
        </p:spPr>
        <p:txBody>
          <a:bodyPr/>
          <a:lstStyle/>
          <a:p>
            <a:fld id="{330EA680-D336-4FF7-8B7A-9848BB0A1C32}" type="slidenum">
              <a:rPr lang="en-US" smtClean="0"/>
              <a:t>8</a:t>
            </a:fld>
            <a:endParaRPr lang="en-US"/>
          </a:p>
        </p:txBody>
      </p:sp>
      <p:pic>
        <p:nvPicPr>
          <p:cNvPr id="3" name="Picture 2" descr="A table with numbers and letters&#10;&#10;Description automatically generated">
            <a:extLst>
              <a:ext uri="{FF2B5EF4-FFF2-40B4-BE49-F238E27FC236}">
                <a16:creationId xmlns:a16="http://schemas.microsoft.com/office/drawing/2014/main" id="{8CFF8777-5FD5-B1D6-895A-9D7C949311DB}"/>
              </a:ext>
            </a:extLst>
          </p:cNvPr>
          <p:cNvPicPr>
            <a:picLocks noChangeAspect="1"/>
          </p:cNvPicPr>
          <p:nvPr/>
        </p:nvPicPr>
        <p:blipFill>
          <a:blip r:embed="rId4"/>
          <a:stretch>
            <a:fillRect/>
          </a:stretch>
        </p:blipFill>
        <p:spPr>
          <a:xfrm>
            <a:off x="381000" y="2047875"/>
            <a:ext cx="11439525" cy="3400425"/>
          </a:xfrm>
          <a:prstGeom prst="rect">
            <a:avLst/>
          </a:prstGeom>
        </p:spPr>
      </p:pic>
    </p:spTree>
    <p:extLst>
      <p:ext uri="{BB962C8B-B14F-4D97-AF65-F5344CB8AC3E}">
        <p14:creationId xmlns:p14="http://schemas.microsoft.com/office/powerpoint/2010/main" val="507670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Power Consumption</a:t>
            </a:r>
            <a:endParaRPr lang="en-US"/>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10505" y="6325528"/>
            <a:ext cx="390650" cy="313639"/>
          </a:xfrm>
        </p:spPr>
        <p:txBody>
          <a:bodyPr/>
          <a:lstStyle/>
          <a:p>
            <a:fld id="{330EA680-D336-4FF7-8B7A-9848BB0A1C32}" type="slidenum">
              <a:rPr lang="en-US" smtClean="0"/>
              <a:t>9</a:t>
            </a:fld>
            <a:endParaRPr lang="en-US"/>
          </a:p>
        </p:txBody>
      </p:sp>
      <p:pic>
        <p:nvPicPr>
          <p:cNvPr id="6" name="Picture 5" descr="A table with numbers and letters&#10;&#10;Description automatically generated">
            <a:extLst>
              <a:ext uri="{FF2B5EF4-FFF2-40B4-BE49-F238E27FC236}">
                <a16:creationId xmlns:a16="http://schemas.microsoft.com/office/drawing/2014/main" id="{13FFFC06-AB53-8901-2166-FE744C8CAA15}"/>
              </a:ext>
            </a:extLst>
          </p:cNvPr>
          <p:cNvPicPr>
            <a:picLocks noChangeAspect="1"/>
          </p:cNvPicPr>
          <p:nvPr/>
        </p:nvPicPr>
        <p:blipFill>
          <a:blip r:embed="rId4"/>
          <a:stretch>
            <a:fillRect/>
          </a:stretch>
        </p:blipFill>
        <p:spPr>
          <a:xfrm>
            <a:off x="190500" y="1948976"/>
            <a:ext cx="11732558" cy="2287694"/>
          </a:xfrm>
          <a:prstGeom prst="rect">
            <a:avLst/>
          </a:prstGeom>
        </p:spPr>
      </p:pic>
    </p:spTree>
    <p:extLst>
      <p:ext uri="{BB962C8B-B14F-4D97-AF65-F5344CB8AC3E}">
        <p14:creationId xmlns:p14="http://schemas.microsoft.com/office/powerpoint/2010/main" val="11225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365125"/>
            <a:ext cx="5238045" cy="1339674"/>
          </a:xfrm>
        </p:spPr>
        <p:txBody>
          <a:bodyPr>
            <a:normAutofit/>
          </a:bodyPr>
          <a:lstStyle/>
          <a:p>
            <a:pPr>
              <a:spcBef>
                <a:spcPts val="1000"/>
              </a:spcBef>
            </a:pPr>
            <a:r>
              <a:rPr lang="en-US" sz="3600">
                <a:solidFill>
                  <a:srgbClr val="002060"/>
                </a:solidFill>
                <a:latin typeface="Calibri"/>
                <a:ea typeface="Calibri"/>
                <a:cs typeface="Calibri"/>
              </a:rPr>
              <a:t>Schedule via a Gannt chart</a:t>
            </a:r>
            <a:endParaRPr lang="en-US" sz="3600">
              <a:solidFill>
                <a:srgbClr val="000000"/>
              </a:solidFill>
              <a:latin typeface="Calibri"/>
              <a:ea typeface="Calibri"/>
              <a:cs typeface="Calibri"/>
            </a:endParaRPr>
          </a:p>
          <a:p>
            <a:endParaRPr lang="en-US">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416401"/>
            <a:ext cx="3615267" cy="597784"/>
          </a:xfrm>
        </p:spPr>
        <p:txBody>
          <a:bodyPr vert="horz" lIns="91440" tIns="45720" rIns="91440" bIns="45720" rtlCol="0" anchor="t">
            <a:normAutofit/>
          </a:bodyPr>
          <a:lstStyle/>
          <a:p>
            <a:r>
              <a:rPr lang="en-US">
                <a:solidFill>
                  <a:srgbClr val="002060"/>
                </a:solidFill>
                <a:cs typeface="Calibri"/>
                <a:hlinkClick r:id="" action="ppaction://noaction"/>
              </a:rPr>
              <a:t>Control Gannt Chart</a:t>
            </a:r>
            <a:endParaRPr lang="en-US">
              <a:solidFill>
                <a:srgbClr val="002060"/>
              </a:solidFill>
            </a:endParaRPr>
          </a:p>
          <a:p>
            <a:pPr lvl="1"/>
            <a:endParaRPr lang="en-US" sz="1400">
              <a:solidFill>
                <a:srgbClr val="222222"/>
              </a:solidFill>
              <a:ea typeface="Calibri"/>
              <a:cs typeface="Calibri" panose="020F0502020204030204"/>
            </a:endParaRPr>
          </a:p>
          <a:p>
            <a:pPr lvl="1"/>
            <a:endParaRPr lang="en-US">
              <a:solidFill>
                <a:srgbClr val="002060"/>
              </a:solidFill>
              <a:cs typeface="Calibri" panose="020F0502020204030204"/>
            </a:endParaRPr>
          </a:p>
          <a:p>
            <a:pPr lvl="1"/>
            <a:endParaRPr lang="en-US">
              <a:solidFill>
                <a:srgbClr val="002060"/>
              </a:solidFill>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65125"/>
          </a:xfrm>
        </p:spPr>
        <p:txBody>
          <a:bodyPr/>
          <a:lstStyle/>
          <a:p>
            <a:fld id="{330EA680-D336-4FF7-8B7A-9848BB0A1C32}" type="slidenum">
              <a:rPr lang="en-US" smtClean="0"/>
              <a:t>10</a:t>
            </a:fld>
            <a:endParaRPr lang="en-US"/>
          </a:p>
        </p:txBody>
      </p:sp>
      <p:pic>
        <p:nvPicPr>
          <p:cNvPr id="5" name="Picture 4" descr="A screenshot of a computer&#10;&#10;Description automatically generated">
            <a:extLst>
              <a:ext uri="{FF2B5EF4-FFF2-40B4-BE49-F238E27FC236}">
                <a16:creationId xmlns:a16="http://schemas.microsoft.com/office/drawing/2014/main" id="{62FCF1A6-824A-FA8D-214E-DE6439EF78EA}"/>
              </a:ext>
            </a:extLst>
          </p:cNvPr>
          <p:cNvPicPr>
            <a:picLocks noChangeAspect="1"/>
          </p:cNvPicPr>
          <p:nvPr/>
        </p:nvPicPr>
        <p:blipFill>
          <a:blip r:embed="rId4"/>
          <a:stretch>
            <a:fillRect/>
          </a:stretch>
        </p:blipFill>
        <p:spPr>
          <a:xfrm>
            <a:off x="6097307" y="369711"/>
            <a:ext cx="5401941" cy="5525911"/>
          </a:xfrm>
          <a:prstGeom prst="rect">
            <a:avLst/>
          </a:prstGeom>
        </p:spPr>
      </p:pic>
    </p:spTree>
    <p:extLst>
      <p:ext uri="{BB962C8B-B14F-4D97-AF65-F5344CB8AC3E}">
        <p14:creationId xmlns:p14="http://schemas.microsoft.com/office/powerpoint/2010/main" val="1420741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Control System</a:t>
            </a:r>
            <a:endParaRPr lang="en-US">
              <a:cs typeface="Calibri Light" panose="020F0302020204030204"/>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endParaRPr lang="en-US">
              <a:solidFill>
                <a:srgbClr val="002060"/>
              </a:solidFill>
              <a:ea typeface="Calibri"/>
              <a:cs typeface="Calibri"/>
            </a:endParaRPr>
          </a:p>
          <a:p>
            <a:pPr marL="0" indent="0">
              <a:buNone/>
            </a:pPr>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11</a:t>
            </a:fld>
            <a:endParaRPr lang="en-US"/>
          </a:p>
        </p:txBody>
      </p:sp>
      <p:pic>
        <p:nvPicPr>
          <p:cNvPr id="6" name="Picture 5">
            <a:extLst>
              <a:ext uri="{FF2B5EF4-FFF2-40B4-BE49-F238E27FC236}">
                <a16:creationId xmlns:a16="http://schemas.microsoft.com/office/drawing/2014/main" id="{7D1C405C-947A-24A6-A594-A86D723BA26C}"/>
              </a:ext>
            </a:extLst>
          </p:cNvPr>
          <p:cNvPicPr>
            <a:picLocks noChangeAspect="1"/>
          </p:cNvPicPr>
          <p:nvPr/>
        </p:nvPicPr>
        <p:blipFill>
          <a:blip r:embed="rId4"/>
          <a:stretch>
            <a:fillRect/>
          </a:stretch>
        </p:blipFill>
        <p:spPr>
          <a:xfrm>
            <a:off x="3992846" y="361950"/>
            <a:ext cx="6978084" cy="5934075"/>
          </a:xfrm>
          <a:prstGeom prst="rect">
            <a:avLst/>
          </a:prstGeom>
        </p:spPr>
      </p:pic>
      <p:cxnSp>
        <p:nvCxnSpPr>
          <p:cNvPr id="5" name="Straight Arrow Connector 4">
            <a:extLst>
              <a:ext uri="{FF2B5EF4-FFF2-40B4-BE49-F238E27FC236}">
                <a16:creationId xmlns:a16="http://schemas.microsoft.com/office/drawing/2014/main" id="{F798B06C-E4E5-AA77-4378-15A788F2B9EC}"/>
              </a:ext>
            </a:extLst>
          </p:cNvPr>
          <p:cNvCxnSpPr/>
          <p:nvPr/>
        </p:nvCxnSpPr>
        <p:spPr>
          <a:xfrm flipH="1">
            <a:off x="8715375" y="2438400"/>
            <a:ext cx="771525" cy="5238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7738006-E246-4673-5CE7-AE6AAF186272}"/>
              </a:ext>
            </a:extLst>
          </p:cNvPr>
          <p:cNvCxnSpPr>
            <a:cxnSpLocks/>
          </p:cNvCxnSpPr>
          <p:nvPr/>
        </p:nvCxnSpPr>
        <p:spPr>
          <a:xfrm flipV="1">
            <a:off x="5476875" y="3133725"/>
            <a:ext cx="123825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E0C96BE-1971-4A0D-BFC6-FB12E867BAC7}"/>
              </a:ext>
            </a:extLst>
          </p:cNvPr>
          <p:cNvCxnSpPr>
            <a:cxnSpLocks/>
          </p:cNvCxnSpPr>
          <p:nvPr/>
        </p:nvCxnSpPr>
        <p:spPr>
          <a:xfrm flipV="1">
            <a:off x="5581650" y="3667125"/>
            <a:ext cx="1181100" cy="4286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8722D7E-A677-89D9-0A03-0B180B1271AA}"/>
              </a:ext>
            </a:extLst>
          </p:cNvPr>
          <p:cNvCxnSpPr>
            <a:cxnSpLocks/>
          </p:cNvCxnSpPr>
          <p:nvPr/>
        </p:nvCxnSpPr>
        <p:spPr>
          <a:xfrm flipV="1">
            <a:off x="6200775" y="1381125"/>
            <a:ext cx="1181100" cy="4286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70B1927-2D8C-2EB5-B07A-0E0D2EF39A31}"/>
              </a:ext>
            </a:extLst>
          </p:cNvPr>
          <p:cNvSpPr txBox="1"/>
          <p:nvPr/>
        </p:nvSpPr>
        <p:spPr>
          <a:xfrm>
            <a:off x="3810906" y="2962275"/>
            <a:ext cx="15280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Control Board</a:t>
            </a:r>
            <a:endParaRPr lang="en-US"/>
          </a:p>
        </p:txBody>
      </p:sp>
      <p:sp>
        <p:nvSpPr>
          <p:cNvPr id="12" name="TextBox 11">
            <a:extLst>
              <a:ext uri="{FF2B5EF4-FFF2-40B4-BE49-F238E27FC236}">
                <a16:creationId xmlns:a16="http://schemas.microsoft.com/office/drawing/2014/main" id="{8AAD6C5E-B632-8FE2-47B4-E44BAC5B02E9}"/>
              </a:ext>
            </a:extLst>
          </p:cNvPr>
          <p:cNvSpPr txBox="1"/>
          <p:nvPr/>
        </p:nvSpPr>
        <p:spPr>
          <a:xfrm>
            <a:off x="4782456" y="1638300"/>
            <a:ext cx="15280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Star Tracker</a:t>
            </a:r>
            <a:endParaRPr lang="en-US"/>
          </a:p>
        </p:txBody>
      </p:sp>
      <p:sp>
        <p:nvSpPr>
          <p:cNvPr id="13" name="TextBox 12">
            <a:extLst>
              <a:ext uri="{FF2B5EF4-FFF2-40B4-BE49-F238E27FC236}">
                <a16:creationId xmlns:a16="http://schemas.microsoft.com/office/drawing/2014/main" id="{2ED580D0-C934-D88D-4855-109AD82BEB81}"/>
              </a:ext>
            </a:extLst>
          </p:cNvPr>
          <p:cNvSpPr txBox="1"/>
          <p:nvPr/>
        </p:nvSpPr>
        <p:spPr>
          <a:xfrm>
            <a:off x="3668031" y="4000500"/>
            <a:ext cx="18709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Reaction Wheels</a:t>
            </a:r>
            <a:endParaRPr lang="en-US"/>
          </a:p>
        </p:txBody>
      </p:sp>
      <p:sp>
        <p:nvSpPr>
          <p:cNvPr id="14" name="TextBox 13">
            <a:extLst>
              <a:ext uri="{FF2B5EF4-FFF2-40B4-BE49-F238E27FC236}">
                <a16:creationId xmlns:a16="http://schemas.microsoft.com/office/drawing/2014/main" id="{B535E712-440F-F33A-9439-6BA9173A5C39}"/>
              </a:ext>
            </a:extLst>
          </p:cNvPr>
          <p:cNvSpPr txBox="1"/>
          <p:nvPr/>
        </p:nvSpPr>
        <p:spPr>
          <a:xfrm>
            <a:off x="9544956" y="2124075"/>
            <a:ext cx="19090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Magnetorquers x4</a:t>
            </a:r>
          </a:p>
          <a:p>
            <a:r>
              <a:rPr lang="en-US">
                <a:cs typeface="Calibri"/>
              </a:rPr>
              <a:t>Sun Sensor x4</a:t>
            </a:r>
          </a:p>
        </p:txBody>
      </p:sp>
    </p:spTree>
    <p:extLst>
      <p:ext uri="{BB962C8B-B14F-4D97-AF65-F5344CB8AC3E}">
        <p14:creationId xmlns:p14="http://schemas.microsoft.com/office/powerpoint/2010/main" val="1607088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7305675" y="155575"/>
            <a:ext cx="4686300" cy="1668463"/>
          </a:xfrm>
        </p:spPr>
        <p:txBody>
          <a:bodyPr>
            <a:normAutofit/>
          </a:bodyPr>
          <a:lstStyle/>
          <a:p>
            <a:r>
              <a:rPr lang="en-US" sz="3600">
                <a:solidFill>
                  <a:srgbClr val="002060"/>
                </a:solidFill>
                <a:latin typeface="Calibri"/>
                <a:cs typeface="Calibri"/>
              </a:rPr>
              <a:t>Ejection Timeline - Diagram</a:t>
            </a:r>
            <a:endParaRPr lang="en-US" sz="3600">
              <a:solidFill>
                <a:srgbClr val="000000"/>
              </a:solidFill>
              <a:latin typeface="Calibri"/>
              <a:cs typeface="Calibri"/>
            </a:endParaRPr>
          </a:p>
          <a:p>
            <a:endParaRPr lang="en-US" sz="3600">
              <a:solidFill>
                <a:srgbClr val="002060"/>
              </a:solidFill>
              <a:latin typeface="Calibri"/>
              <a:cs typeface="Calibri"/>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endParaRPr lang="en-US">
              <a:solidFill>
                <a:srgbClr val="002060"/>
              </a:solidFill>
              <a:ea typeface="Calibri"/>
              <a:cs typeface="Calibri"/>
            </a:endParaRPr>
          </a:p>
          <a:p>
            <a:pPr marL="0" indent="0">
              <a:buNone/>
            </a:pPr>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12</a:t>
            </a:fld>
            <a:endParaRPr lang="en-US"/>
          </a:p>
        </p:txBody>
      </p:sp>
      <p:pic>
        <p:nvPicPr>
          <p:cNvPr id="6" name="Picture 5">
            <a:extLst>
              <a:ext uri="{FF2B5EF4-FFF2-40B4-BE49-F238E27FC236}">
                <a16:creationId xmlns:a16="http://schemas.microsoft.com/office/drawing/2014/main" id="{8EA23706-318F-6F47-21F5-607099935C08}"/>
              </a:ext>
            </a:extLst>
          </p:cNvPr>
          <p:cNvPicPr>
            <a:picLocks noChangeAspect="1"/>
          </p:cNvPicPr>
          <p:nvPr/>
        </p:nvPicPr>
        <p:blipFill>
          <a:blip r:embed="rId4"/>
          <a:stretch>
            <a:fillRect/>
          </a:stretch>
        </p:blipFill>
        <p:spPr>
          <a:xfrm>
            <a:off x="-17045" y="-38100"/>
            <a:ext cx="7206414" cy="6353175"/>
          </a:xfrm>
          <a:prstGeom prst="rect">
            <a:avLst/>
          </a:prstGeom>
        </p:spPr>
      </p:pic>
    </p:spTree>
    <p:extLst>
      <p:ext uri="{BB962C8B-B14F-4D97-AF65-F5344CB8AC3E}">
        <p14:creationId xmlns:p14="http://schemas.microsoft.com/office/powerpoint/2010/main" val="147479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Ejection Timeline</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514350" indent="-514350">
              <a:buAutoNum type="arabicPeriod"/>
            </a:pPr>
            <a:r>
              <a:rPr lang="en-US">
                <a:solidFill>
                  <a:srgbClr val="002060"/>
                </a:solidFill>
                <a:cs typeface="Calibri"/>
              </a:rPr>
              <a:t>Wait till command says to wake up (~30 min).</a:t>
            </a:r>
          </a:p>
          <a:p>
            <a:pPr marL="514350" indent="-514350">
              <a:buAutoNum type="arabicPeriod"/>
            </a:pPr>
            <a:r>
              <a:rPr lang="en-US">
                <a:solidFill>
                  <a:srgbClr val="002060"/>
                </a:solidFill>
                <a:cs typeface="Calibri"/>
              </a:rPr>
              <a:t>Use IMU, magnetometer, and magnetorquer to align CubeSat with Earth's magnetic field.</a:t>
            </a:r>
            <a:endParaRPr lang="en-US">
              <a:solidFill>
                <a:srgbClr val="000000"/>
              </a:solidFill>
              <a:cs typeface="Calibri"/>
            </a:endParaRPr>
          </a:p>
          <a:p>
            <a:pPr marL="514350" indent="-514350">
              <a:buAutoNum type="arabicPeriod"/>
            </a:pPr>
            <a:r>
              <a:rPr lang="en-US">
                <a:solidFill>
                  <a:srgbClr val="002060"/>
                </a:solidFill>
                <a:cs typeface="Calibri"/>
              </a:rPr>
              <a:t>Run start up code to help fine tune the gains of the control system. </a:t>
            </a:r>
          </a:p>
          <a:p>
            <a:pPr marL="514350" indent="-514350">
              <a:buAutoNum type="arabicPeriod"/>
            </a:pPr>
            <a:r>
              <a:rPr lang="en-US">
                <a:solidFill>
                  <a:srgbClr val="002060"/>
                </a:solidFill>
                <a:cs typeface="Calibri"/>
              </a:rPr>
              <a:t>Use IMU, magnetometer, star tracker, and reaction wheels to park the CubeSat.</a:t>
            </a:r>
            <a:endParaRPr lang="en-US">
              <a:solidFill>
                <a:srgbClr val="002060"/>
              </a:solidFill>
              <a:ea typeface="Calibri"/>
              <a:cs typeface="Calibri"/>
            </a:endParaRPr>
          </a:p>
          <a:p>
            <a:pPr marL="514350" indent="-514350">
              <a:buAutoNum type="arabicPeriod"/>
            </a:pPr>
            <a:r>
              <a:rPr lang="en-US">
                <a:solidFill>
                  <a:srgbClr val="002060"/>
                </a:solidFill>
                <a:ea typeface="Calibri"/>
                <a:cs typeface="Calibri"/>
              </a:rPr>
              <a:t>Move to orbit timeline.</a:t>
            </a:r>
          </a:p>
          <a:p>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3951028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 - Diagram</a:t>
            </a:r>
            <a:endParaRPr lang="en-US">
              <a:cs typeface="Calibri Light" panose="020F0302020204030204"/>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endParaRPr lang="en-US">
              <a:solidFill>
                <a:srgbClr val="002060"/>
              </a:solidFill>
              <a:ea typeface="Calibri"/>
              <a:cs typeface="Calibri"/>
            </a:endParaRPr>
          </a:p>
          <a:p>
            <a:pPr marL="0" indent="0">
              <a:buNone/>
            </a:pPr>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14</a:t>
            </a:fld>
            <a:endParaRPr lang="en-US"/>
          </a:p>
        </p:txBody>
      </p:sp>
      <p:pic>
        <p:nvPicPr>
          <p:cNvPr id="5" name="Picture 4" descr="Diagram of a circular object with arrows&#10;&#10;Description automatically generated">
            <a:extLst>
              <a:ext uri="{FF2B5EF4-FFF2-40B4-BE49-F238E27FC236}">
                <a16:creationId xmlns:a16="http://schemas.microsoft.com/office/drawing/2014/main" id="{AC6160C4-7DEB-01CF-E62B-67CEBE2F02AD}"/>
              </a:ext>
            </a:extLst>
          </p:cNvPr>
          <p:cNvPicPr>
            <a:picLocks noChangeAspect="1"/>
          </p:cNvPicPr>
          <p:nvPr/>
        </p:nvPicPr>
        <p:blipFill>
          <a:blip r:embed="rId4"/>
          <a:stretch>
            <a:fillRect/>
          </a:stretch>
        </p:blipFill>
        <p:spPr>
          <a:xfrm>
            <a:off x="2886075" y="1333500"/>
            <a:ext cx="6429375" cy="4819650"/>
          </a:xfrm>
          <a:prstGeom prst="rect">
            <a:avLst/>
          </a:prstGeom>
        </p:spPr>
      </p:pic>
    </p:spTree>
    <p:extLst>
      <p:ext uri="{BB962C8B-B14F-4D97-AF65-F5344CB8AC3E}">
        <p14:creationId xmlns:p14="http://schemas.microsoft.com/office/powerpoint/2010/main" val="3311758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 - Step 1</a:t>
            </a:r>
            <a:endParaRPr lang="en-US">
              <a:cs typeface="Calibri Light" panose="020F0302020204030204"/>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r>
              <a:rPr lang="en-US">
                <a:solidFill>
                  <a:srgbClr val="002060"/>
                </a:solidFill>
                <a:ea typeface="Calibri"/>
                <a:cs typeface="Calibri"/>
              </a:rPr>
              <a:t>1 minute before the 1st photo is taken (star tracker will be able to know location) the reaction wheels will rotate the CubeSat from its parked orientation to nadir using the IMU and magnetometer.</a:t>
            </a:r>
            <a:endParaRPr lang="en-US">
              <a:solidFill>
                <a:srgbClr val="000000"/>
              </a:solidFill>
              <a:ea typeface="Calibri"/>
              <a:cs typeface="Calibri"/>
            </a:endParaRPr>
          </a:p>
          <a:p>
            <a:pPr marL="0" indent="0">
              <a:buNone/>
            </a:pPr>
            <a:endParaRPr lang="en-US">
              <a:solidFill>
                <a:srgbClr val="002060"/>
              </a:solidFill>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15</a:t>
            </a:fld>
            <a:endParaRPr lang="en-US"/>
          </a:p>
        </p:txBody>
      </p:sp>
      <p:pic>
        <p:nvPicPr>
          <p:cNvPr id="5" name="Picture 4">
            <a:extLst>
              <a:ext uri="{FF2B5EF4-FFF2-40B4-BE49-F238E27FC236}">
                <a16:creationId xmlns:a16="http://schemas.microsoft.com/office/drawing/2014/main" id="{3CD57BFD-F909-21E9-146F-AE3F3C8BC4B9}"/>
              </a:ext>
            </a:extLst>
          </p:cNvPr>
          <p:cNvPicPr>
            <a:picLocks noChangeAspect="1"/>
          </p:cNvPicPr>
          <p:nvPr/>
        </p:nvPicPr>
        <p:blipFill>
          <a:blip r:embed="rId4"/>
          <a:stretch>
            <a:fillRect/>
          </a:stretch>
        </p:blipFill>
        <p:spPr>
          <a:xfrm>
            <a:off x="7541885" y="3431504"/>
            <a:ext cx="3267075" cy="2257425"/>
          </a:xfrm>
          <a:prstGeom prst="rect">
            <a:avLst/>
          </a:prstGeom>
        </p:spPr>
      </p:pic>
    </p:spTree>
    <p:extLst>
      <p:ext uri="{BB962C8B-B14F-4D97-AF65-F5344CB8AC3E}">
        <p14:creationId xmlns:p14="http://schemas.microsoft.com/office/powerpoint/2010/main" val="3323203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 - Step 2</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07566" y="1293769"/>
            <a:ext cx="11024799" cy="1070904"/>
          </a:xfrm>
        </p:spPr>
        <p:txBody>
          <a:bodyPr vert="horz" lIns="91440" tIns="45720" rIns="91440" bIns="45720" rtlCol="0" anchor="t">
            <a:noAutofit/>
          </a:bodyPr>
          <a:lstStyle/>
          <a:p>
            <a:pPr marL="0" indent="0">
              <a:buNone/>
            </a:pPr>
            <a:r>
              <a:rPr lang="en-US" sz="2400">
                <a:solidFill>
                  <a:srgbClr val="002060"/>
                </a:solidFill>
                <a:ea typeface="Calibri"/>
                <a:cs typeface="Calibri"/>
              </a:rPr>
              <a:t>At an altitude of 400 km the CubeSat will track the position for 12 </a:t>
            </a:r>
            <a:r>
              <a:rPr lang="en-US" sz="2400" err="1">
                <a:solidFill>
                  <a:srgbClr val="002060"/>
                </a:solidFill>
                <a:ea typeface="Calibri"/>
                <a:cs typeface="Calibri"/>
              </a:rPr>
              <a:t>ms</a:t>
            </a:r>
            <a:r>
              <a:rPr lang="en-US" sz="2400">
                <a:solidFill>
                  <a:srgbClr val="002060"/>
                </a:solidFill>
                <a:ea typeface="Calibri"/>
                <a:cs typeface="Calibri"/>
              </a:rPr>
              <a:t> (time to take thermal IR image)  using the reaction wheels while the CubeSat is traveling at a speed of 7600 m/s. During the photo the CubeSat had traveled 91.2 m. </a:t>
            </a:r>
            <a:endParaRPr lang="en-US" sz="240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35053"/>
            <a:ext cx="354353" cy="355600"/>
          </a:xfrm>
        </p:spPr>
        <p:txBody>
          <a:bodyPr/>
          <a:lstStyle/>
          <a:p>
            <a:fld id="{330EA680-D336-4FF7-8B7A-9848BB0A1C32}" type="slidenum">
              <a:rPr lang="en-US" smtClean="0"/>
              <a:t>16</a:t>
            </a:fld>
            <a:endParaRPr lang="en-US"/>
          </a:p>
        </p:txBody>
      </p:sp>
      <p:sp>
        <p:nvSpPr>
          <p:cNvPr id="7" name="Subtitle 2">
            <a:extLst>
              <a:ext uri="{FF2B5EF4-FFF2-40B4-BE49-F238E27FC236}">
                <a16:creationId xmlns:a16="http://schemas.microsoft.com/office/drawing/2014/main" id="{14883D0C-4763-50CC-2357-DB50044EC245}"/>
              </a:ext>
            </a:extLst>
          </p:cNvPr>
          <p:cNvSpPr txBox="1">
            <a:spLocks/>
          </p:cNvSpPr>
          <p:nvPr/>
        </p:nvSpPr>
        <p:spPr>
          <a:xfrm>
            <a:off x="807088" y="3943189"/>
            <a:ext cx="4147749" cy="40415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solidFill>
                  <a:srgbClr val="002060"/>
                </a:solidFill>
                <a:ea typeface="Calibri"/>
                <a:cs typeface="Calibri"/>
              </a:rPr>
              <a:t>At a speed of 0.0183 rad/s </a:t>
            </a:r>
          </a:p>
        </p:txBody>
      </p:sp>
      <p:pic>
        <p:nvPicPr>
          <p:cNvPr id="10" name="Picture 9">
            <a:extLst>
              <a:ext uri="{FF2B5EF4-FFF2-40B4-BE49-F238E27FC236}">
                <a16:creationId xmlns:a16="http://schemas.microsoft.com/office/drawing/2014/main" id="{C1FA05EA-1DF4-123D-F533-3A0881FC57F0}"/>
              </a:ext>
            </a:extLst>
          </p:cNvPr>
          <p:cNvPicPr>
            <a:picLocks noChangeAspect="1"/>
          </p:cNvPicPr>
          <p:nvPr/>
        </p:nvPicPr>
        <p:blipFill>
          <a:blip r:embed="rId4"/>
          <a:stretch>
            <a:fillRect/>
          </a:stretch>
        </p:blipFill>
        <p:spPr>
          <a:xfrm>
            <a:off x="911435" y="2358965"/>
            <a:ext cx="1838325" cy="390525"/>
          </a:xfrm>
          <a:prstGeom prst="rect">
            <a:avLst/>
          </a:prstGeom>
        </p:spPr>
      </p:pic>
      <p:sp>
        <p:nvSpPr>
          <p:cNvPr id="12" name="Subtitle 2">
            <a:extLst>
              <a:ext uri="{FF2B5EF4-FFF2-40B4-BE49-F238E27FC236}">
                <a16:creationId xmlns:a16="http://schemas.microsoft.com/office/drawing/2014/main" id="{D52255C4-B020-E737-E635-92975FE07BF8}"/>
              </a:ext>
            </a:extLst>
          </p:cNvPr>
          <p:cNvSpPr txBox="1">
            <a:spLocks/>
          </p:cNvSpPr>
          <p:nvPr/>
        </p:nvSpPr>
        <p:spPr>
          <a:xfrm>
            <a:off x="807087" y="2834206"/>
            <a:ext cx="11081949" cy="39462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solidFill>
                  <a:srgbClr val="002060"/>
                </a:solidFill>
                <a:ea typeface="Calibri"/>
                <a:cs typeface="Calibri"/>
              </a:rPr>
              <a:t>That means the CubeSat will need to rotate 0.228 </a:t>
            </a:r>
            <a:r>
              <a:rPr lang="en-US" sz="2400" err="1">
                <a:solidFill>
                  <a:srgbClr val="002060"/>
                </a:solidFill>
                <a:ea typeface="Calibri"/>
                <a:cs typeface="Calibri"/>
              </a:rPr>
              <a:t>mradians</a:t>
            </a:r>
            <a:r>
              <a:rPr lang="en-US" sz="2400">
                <a:solidFill>
                  <a:srgbClr val="002060"/>
                </a:solidFill>
                <a:ea typeface="Calibri"/>
                <a:cs typeface="Calibri"/>
              </a:rPr>
              <a:t> </a:t>
            </a:r>
            <a:endParaRPr lang="en-US" sz="2400">
              <a:solidFill>
                <a:srgbClr val="000000"/>
              </a:solidFill>
              <a:ea typeface="Calibri"/>
              <a:cs typeface="Calibri"/>
            </a:endParaRPr>
          </a:p>
        </p:txBody>
      </p:sp>
      <p:pic>
        <p:nvPicPr>
          <p:cNvPr id="13" name="Picture 12">
            <a:extLst>
              <a:ext uri="{FF2B5EF4-FFF2-40B4-BE49-F238E27FC236}">
                <a16:creationId xmlns:a16="http://schemas.microsoft.com/office/drawing/2014/main" id="{8B08FEC1-7579-D490-EA2A-3A07A8FCDE68}"/>
              </a:ext>
            </a:extLst>
          </p:cNvPr>
          <p:cNvPicPr>
            <a:picLocks noChangeAspect="1"/>
          </p:cNvPicPr>
          <p:nvPr/>
        </p:nvPicPr>
        <p:blipFill>
          <a:blip r:embed="rId5"/>
          <a:stretch>
            <a:fillRect/>
          </a:stretch>
        </p:blipFill>
        <p:spPr>
          <a:xfrm>
            <a:off x="2982134" y="2276474"/>
            <a:ext cx="3409950" cy="561975"/>
          </a:xfrm>
          <a:prstGeom prst="rect">
            <a:avLst/>
          </a:prstGeom>
        </p:spPr>
      </p:pic>
      <p:pic>
        <p:nvPicPr>
          <p:cNvPr id="5" name="Picture 4">
            <a:extLst>
              <a:ext uri="{FF2B5EF4-FFF2-40B4-BE49-F238E27FC236}">
                <a16:creationId xmlns:a16="http://schemas.microsoft.com/office/drawing/2014/main" id="{A33B93D2-3FF5-83E9-CA6C-0825E87F1742}"/>
              </a:ext>
            </a:extLst>
          </p:cNvPr>
          <p:cNvPicPr>
            <a:picLocks noChangeAspect="1"/>
          </p:cNvPicPr>
          <p:nvPr/>
        </p:nvPicPr>
        <p:blipFill>
          <a:blip r:embed="rId6"/>
          <a:stretch>
            <a:fillRect/>
          </a:stretch>
        </p:blipFill>
        <p:spPr>
          <a:xfrm>
            <a:off x="1033463" y="3224213"/>
            <a:ext cx="952500" cy="714375"/>
          </a:xfrm>
          <a:prstGeom prst="rect">
            <a:avLst/>
          </a:prstGeom>
        </p:spPr>
      </p:pic>
      <p:pic>
        <p:nvPicPr>
          <p:cNvPr id="6" name="Picture 5">
            <a:extLst>
              <a:ext uri="{FF2B5EF4-FFF2-40B4-BE49-F238E27FC236}">
                <a16:creationId xmlns:a16="http://schemas.microsoft.com/office/drawing/2014/main" id="{0D6B1B63-C6BF-5E26-94F4-8A097BD2246C}"/>
              </a:ext>
            </a:extLst>
          </p:cNvPr>
          <p:cNvPicPr>
            <a:picLocks noChangeAspect="1"/>
          </p:cNvPicPr>
          <p:nvPr/>
        </p:nvPicPr>
        <p:blipFill>
          <a:blip r:embed="rId7"/>
          <a:stretch>
            <a:fillRect/>
          </a:stretch>
        </p:blipFill>
        <p:spPr>
          <a:xfrm>
            <a:off x="2586038" y="3252788"/>
            <a:ext cx="3343275" cy="657225"/>
          </a:xfrm>
          <a:prstGeom prst="rect">
            <a:avLst/>
          </a:prstGeom>
        </p:spPr>
      </p:pic>
      <p:pic>
        <p:nvPicPr>
          <p:cNvPr id="9" name="Picture 8">
            <a:extLst>
              <a:ext uri="{FF2B5EF4-FFF2-40B4-BE49-F238E27FC236}">
                <a16:creationId xmlns:a16="http://schemas.microsoft.com/office/drawing/2014/main" id="{59CD940A-EC8D-E1D4-F007-1353FAB7B039}"/>
              </a:ext>
            </a:extLst>
          </p:cNvPr>
          <p:cNvPicPr>
            <a:picLocks noChangeAspect="1"/>
          </p:cNvPicPr>
          <p:nvPr/>
        </p:nvPicPr>
        <p:blipFill>
          <a:blip r:embed="rId8"/>
          <a:stretch>
            <a:fillRect/>
          </a:stretch>
        </p:blipFill>
        <p:spPr>
          <a:xfrm>
            <a:off x="1038225" y="4329113"/>
            <a:ext cx="885825" cy="638175"/>
          </a:xfrm>
          <a:prstGeom prst="rect">
            <a:avLst/>
          </a:prstGeom>
        </p:spPr>
      </p:pic>
      <p:pic>
        <p:nvPicPr>
          <p:cNvPr id="11" name="Picture 10">
            <a:extLst>
              <a:ext uri="{FF2B5EF4-FFF2-40B4-BE49-F238E27FC236}">
                <a16:creationId xmlns:a16="http://schemas.microsoft.com/office/drawing/2014/main" id="{547D4F91-00B5-9C10-5AD7-6C5BDA7D6F29}"/>
              </a:ext>
            </a:extLst>
          </p:cNvPr>
          <p:cNvPicPr>
            <a:picLocks noChangeAspect="1"/>
          </p:cNvPicPr>
          <p:nvPr/>
        </p:nvPicPr>
        <p:blipFill>
          <a:blip r:embed="rId9"/>
          <a:stretch>
            <a:fillRect/>
          </a:stretch>
        </p:blipFill>
        <p:spPr>
          <a:xfrm>
            <a:off x="2562225" y="4333875"/>
            <a:ext cx="3781425" cy="666750"/>
          </a:xfrm>
          <a:prstGeom prst="rect">
            <a:avLst/>
          </a:prstGeom>
        </p:spPr>
      </p:pic>
      <p:pic>
        <p:nvPicPr>
          <p:cNvPr id="14" name="Picture 13">
            <a:extLst>
              <a:ext uri="{FF2B5EF4-FFF2-40B4-BE49-F238E27FC236}">
                <a16:creationId xmlns:a16="http://schemas.microsoft.com/office/drawing/2014/main" id="{20C2458E-7B97-2558-1C6B-2E61D4C70EE6}"/>
              </a:ext>
            </a:extLst>
          </p:cNvPr>
          <p:cNvPicPr>
            <a:picLocks noChangeAspect="1"/>
          </p:cNvPicPr>
          <p:nvPr/>
        </p:nvPicPr>
        <p:blipFill>
          <a:blip r:embed="rId10"/>
          <a:stretch>
            <a:fillRect/>
          </a:stretch>
        </p:blipFill>
        <p:spPr>
          <a:xfrm>
            <a:off x="1028980" y="5590053"/>
            <a:ext cx="877982" cy="630892"/>
          </a:xfrm>
          <a:prstGeom prst="rect">
            <a:avLst/>
          </a:prstGeom>
        </p:spPr>
      </p:pic>
      <p:pic>
        <p:nvPicPr>
          <p:cNvPr id="15" name="Picture 14">
            <a:extLst>
              <a:ext uri="{FF2B5EF4-FFF2-40B4-BE49-F238E27FC236}">
                <a16:creationId xmlns:a16="http://schemas.microsoft.com/office/drawing/2014/main" id="{1F7B6B46-19F1-3DB4-FF65-4BAD2E2ED198}"/>
              </a:ext>
            </a:extLst>
          </p:cNvPr>
          <p:cNvPicPr>
            <a:picLocks noChangeAspect="1"/>
          </p:cNvPicPr>
          <p:nvPr/>
        </p:nvPicPr>
        <p:blipFill>
          <a:blip r:embed="rId11"/>
          <a:stretch>
            <a:fillRect/>
          </a:stretch>
        </p:blipFill>
        <p:spPr>
          <a:xfrm>
            <a:off x="2882994" y="5588373"/>
            <a:ext cx="2436720" cy="746312"/>
          </a:xfrm>
          <a:prstGeom prst="rect">
            <a:avLst/>
          </a:prstGeom>
        </p:spPr>
      </p:pic>
      <p:sp>
        <p:nvSpPr>
          <p:cNvPr id="16" name="Subtitle 2">
            <a:extLst>
              <a:ext uri="{FF2B5EF4-FFF2-40B4-BE49-F238E27FC236}">
                <a16:creationId xmlns:a16="http://schemas.microsoft.com/office/drawing/2014/main" id="{99DA8A52-0421-2B8A-4519-2AE9C6D90514}"/>
              </a:ext>
            </a:extLst>
          </p:cNvPr>
          <p:cNvSpPr txBox="1">
            <a:spLocks/>
          </p:cNvSpPr>
          <p:nvPr/>
        </p:nvSpPr>
        <p:spPr>
          <a:xfrm>
            <a:off x="801485" y="5168552"/>
            <a:ext cx="4640808" cy="41087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solidFill>
                  <a:srgbClr val="002060"/>
                </a:solidFill>
                <a:ea typeface="Calibri"/>
                <a:cs typeface="Calibri"/>
              </a:rPr>
              <a:t>At an acceleration of 1.53rad/s^2 </a:t>
            </a:r>
            <a:endParaRPr lang="en-US" sz="2400">
              <a:solidFill>
                <a:srgbClr val="000000"/>
              </a:solidFill>
              <a:ea typeface="Calibri"/>
              <a:cs typeface="Calibri"/>
            </a:endParaRPr>
          </a:p>
        </p:txBody>
      </p:sp>
      <p:pic>
        <p:nvPicPr>
          <p:cNvPr id="8" name="Picture 7" descr="A diagram of rads and rads&#10;&#10;Description automatically generated">
            <a:extLst>
              <a:ext uri="{FF2B5EF4-FFF2-40B4-BE49-F238E27FC236}">
                <a16:creationId xmlns:a16="http://schemas.microsoft.com/office/drawing/2014/main" id="{B1121891-E769-C9B3-CD9B-31D71042D78C}"/>
              </a:ext>
            </a:extLst>
          </p:cNvPr>
          <p:cNvPicPr>
            <a:picLocks noChangeAspect="1"/>
          </p:cNvPicPr>
          <p:nvPr/>
        </p:nvPicPr>
        <p:blipFill>
          <a:blip r:embed="rId12"/>
          <a:stretch>
            <a:fillRect/>
          </a:stretch>
        </p:blipFill>
        <p:spPr>
          <a:xfrm>
            <a:off x="9319789" y="2086466"/>
            <a:ext cx="2256503" cy="4114800"/>
          </a:xfrm>
          <a:prstGeom prst="rect">
            <a:avLst/>
          </a:prstGeom>
        </p:spPr>
      </p:pic>
    </p:spTree>
    <p:extLst>
      <p:ext uri="{BB962C8B-B14F-4D97-AF65-F5344CB8AC3E}">
        <p14:creationId xmlns:p14="http://schemas.microsoft.com/office/powerpoint/2010/main" val="68982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782170" y="320301"/>
            <a:ext cx="4542865" cy="1347974"/>
          </a:xfrm>
        </p:spPr>
        <p:txBody>
          <a:bodyPr>
            <a:normAutofit/>
          </a:bodyPr>
          <a:lstStyle/>
          <a:p>
            <a:r>
              <a:rPr lang="en-US" sz="3600">
                <a:solidFill>
                  <a:srgbClr val="002060"/>
                </a:solidFill>
                <a:latin typeface="Calibri"/>
                <a:cs typeface="Calibri"/>
              </a:rPr>
              <a:t>Orbit Timeline - Step 3</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764802" y="1413248"/>
            <a:ext cx="7331448" cy="4664629"/>
          </a:xfrm>
        </p:spPr>
        <p:txBody>
          <a:bodyPr vert="horz" lIns="91440" tIns="45720" rIns="91440" bIns="45720" rtlCol="0" anchor="t">
            <a:normAutofit/>
          </a:bodyPr>
          <a:lstStyle/>
          <a:p>
            <a:pPr marL="0" indent="0">
              <a:buNone/>
            </a:pPr>
            <a:r>
              <a:rPr lang="en-US" sz="2200">
                <a:solidFill>
                  <a:srgbClr val="002060"/>
                </a:solidFill>
                <a:ea typeface="Calibri"/>
                <a:cs typeface="Calibri"/>
              </a:rPr>
              <a:t>The swath length and width is 33km x 42 km.</a:t>
            </a:r>
            <a:endParaRPr lang="en-US" sz="2200">
              <a:ea typeface="Calibri"/>
              <a:cs typeface="Calibri"/>
            </a:endParaRPr>
          </a:p>
          <a:p>
            <a:pPr marL="0" indent="0">
              <a:buNone/>
            </a:pPr>
            <a:r>
              <a:rPr lang="en-US" sz="2200">
                <a:solidFill>
                  <a:srgbClr val="002060"/>
                </a:solidFill>
                <a:ea typeface="Calibri"/>
                <a:cs typeface="Calibri"/>
              </a:rPr>
              <a:t>The radius of the earth is 6371 km, and the CubeSat will be 400 km above Earth, so a total radius 6771 km.</a:t>
            </a:r>
          </a:p>
          <a:p>
            <a:pPr marL="0" indent="0">
              <a:buNone/>
            </a:pPr>
            <a:endParaRPr lang="en-US" sz="2200">
              <a:solidFill>
                <a:srgbClr val="002060"/>
              </a:solidFill>
              <a:ea typeface="Calibri"/>
              <a:cs typeface="Calibri"/>
            </a:endParaRPr>
          </a:p>
          <a:p>
            <a:pPr marL="0" indent="0">
              <a:buNone/>
            </a:pPr>
            <a:r>
              <a:rPr lang="en-US" sz="2200">
                <a:solidFill>
                  <a:srgbClr val="002060"/>
                </a:solidFill>
                <a:ea typeface="Calibri"/>
                <a:cs typeface="Calibri"/>
              </a:rPr>
              <a:t>Therefore the arc length will be, meaning that the distance that it travels before the next picture is taken is: 35.1 km</a:t>
            </a:r>
          </a:p>
          <a:p>
            <a:pPr marL="0" indent="0">
              <a:buNone/>
            </a:pPr>
            <a:endParaRPr lang="en-US" sz="2200">
              <a:solidFill>
                <a:srgbClr val="002060"/>
              </a:solidFill>
              <a:ea typeface="Calibri"/>
              <a:cs typeface="Calibri"/>
            </a:endParaRPr>
          </a:p>
          <a:p>
            <a:pPr marL="0" indent="0">
              <a:buNone/>
            </a:pPr>
            <a:r>
              <a:rPr lang="en-US" sz="2200">
                <a:solidFill>
                  <a:srgbClr val="002060"/>
                </a:solidFill>
                <a:ea typeface="Calibri"/>
                <a:cs typeface="Calibri"/>
              </a:rPr>
              <a:t>After taking the first picture, we will have a 4.62 second window before the next photo is taken.</a:t>
            </a:r>
          </a:p>
          <a:p>
            <a:pPr marL="0" indent="0">
              <a:buNone/>
            </a:pPr>
            <a:r>
              <a:rPr lang="en-US" sz="2400">
                <a:solidFill>
                  <a:srgbClr val="002060"/>
                </a:solidFill>
                <a:ea typeface="Calibri"/>
                <a:cs typeface="Calibri"/>
              </a:rPr>
              <a:t>At a speed of 0.000049 rad/s</a:t>
            </a:r>
          </a:p>
          <a:p>
            <a:pPr marL="0" indent="0">
              <a:buNone/>
            </a:pPr>
            <a:endParaRPr lang="en-US" sz="2400">
              <a:solidFill>
                <a:srgbClr val="002060"/>
              </a:solidFill>
              <a:ea typeface="Calibri"/>
              <a:cs typeface="Calibri"/>
            </a:endParaRPr>
          </a:p>
          <a:p>
            <a:pPr marL="514350" indent="-514350">
              <a:buAutoNum type="arabicPeriod"/>
            </a:pPr>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392453" cy="365125"/>
          </a:xfrm>
        </p:spPr>
        <p:txBody>
          <a:bodyPr/>
          <a:lstStyle/>
          <a:p>
            <a:fld id="{330EA680-D336-4FF7-8B7A-9848BB0A1C32}" type="slidenum">
              <a:rPr lang="en-US" smtClean="0"/>
              <a:t>17</a:t>
            </a:fld>
            <a:endParaRPr lang="en-US"/>
          </a:p>
        </p:txBody>
      </p:sp>
      <p:sp>
        <p:nvSpPr>
          <p:cNvPr id="5" name="Rectangle 4">
            <a:extLst>
              <a:ext uri="{FF2B5EF4-FFF2-40B4-BE49-F238E27FC236}">
                <a16:creationId xmlns:a16="http://schemas.microsoft.com/office/drawing/2014/main" id="{297969E3-1E1A-BFF9-1318-A6DC0002A409}"/>
              </a:ext>
            </a:extLst>
          </p:cNvPr>
          <p:cNvSpPr/>
          <p:nvPr/>
        </p:nvSpPr>
        <p:spPr>
          <a:xfrm>
            <a:off x="8530562" y="436849"/>
            <a:ext cx="907883" cy="1102302"/>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8434F504-08A0-6589-D33B-C2004E3D43C2}"/>
              </a:ext>
            </a:extLst>
          </p:cNvPr>
          <p:cNvSpPr/>
          <p:nvPr/>
        </p:nvSpPr>
        <p:spPr>
          <a:xfrm>
            <a:off x="9438238" y="436848"/>
            <a:ext cx="907883" cy="1102302"/>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166FD09-D55A-EFEA-893A-264BC0AA8963}"/>
              </a:ext>
            </a:extLst>
          </p:cNvPr>
          <p:cNvSpPr/>
          <p:nvPr/>
        </p:nvSpPr>
        <p:spPr>
          <a:xfrm>
            <a:off x="10345914" y="436848"/>
            <a:ext cx="907883" cy="1102302"/>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ADB2E9F9-5C74-6FDB-2698-55C5F61AEFF7}"/>
              </a:ext>
            </a:extLst>
          </p:cNvPr>
          <p:cNvSpPr txBox="1"/>
          <p:nvPr/>
        </p:nvSpPr>
        <p:spPr>
          <a:xfrm>
            <a:off x="8678956" y="165216"/>
            <a:ext cx="6161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ea typeface="Calibri"/>
                <a:cs typeface="Calibri"/>
              </a:rPr>
              <a:t>33km</a:t>
            </a:r>
          </a:p>
        </p:txBody>
      </p:sp>
      <p:sp>
        <p:nvSpPr>
          <p:cNvPr id="9" name="TextBox 8">
            <a:extLst>
              <a:ext uri="{FF2B5EF4-FFF2-40B4-BE49-F238E27FC236}">
                <a16:creationId xmlns:a16="http://schemas.microsoft.com/office/drawing/2014/main" id="{D0565170-98B0-2DD8-AF0B-13AE9BCAEAA1}"/>
              </a:ext>
            </a:extLst>
          </p:cNvPr>
          <p:cNvSpPr txBox="1"/>
          <p:nvPr/>
        </p:nvSpPr>
        <p:spPr>
          <a:xfrm>
            <a:off x="10494309" y="165216"/>
            <a:ext cx="6161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ea typeface="Calibri"/>
                <a:cs typeface="Calibri"/>
              </a:rPr>
              <a:t>33km</a:t>
            </a:r>
          </a:p>
        </p:txBody>
      </p:sp>
      <p:sp>
        <p:nvSpPr>
          <p:cNvPr id="10" name="TextBox 9">
            <a:extLst>
              <a:ext uri="{FF2B5EF4-FFF2-40B4-BE49-F238E27FC236}">
                <a16:creationId xmlns:a16="http://schemas.microsoft.com/office/drawing/2014/main" id="{2AA8D1DB-7AF0-F9F6-9B5F-1D9745AF1151}"/>
              </a:ext>
            </a:extLst>
          </p:cNvPr>
          <p:cNvSpPr txBox="1"/>
          <p:nvPr/>
        </p:nvSpPr>
        <p:spPr>
          <a:xfrm>
            <a:off x="9586632" y="165215"/>
            <a:ext cx="6161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ea typeface="Calibri"/>
                <a:cs typeface="Calibri"/>
              </a:rPr>
              <a:t>33km</a:t>
            </a:r>
          </a:p>
        </p:txBody>
      </p:sp>
      <p:sp>
        <p:nvSpPr>
          <p:cNvPr id="11" name="TextBox 10">
            <a:extLst>
              <a:ext uri="{FF2B5EF4-FFF2-40B4-BE49-F238E27FC236}">
                <a16:creationId xmlns:a16="http://schemas.microsoft.com/office/drawing/2014/main" id="{F90BA923-6570-A958-A87A-452876CBC1E3}"/>
              </a:ext>
            </a:extLst>
          </p:cNvPr>
          <p:cNvSpPr txBox="1"/>
          <p:nvPr/>
        </p:nvSpPr>
        <p:spPr>
          <a:xfrm rot="-5400000">
            <a:off x="8096250" y="848774"/>
            <a:ext cx="6161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a:ea typeface="Calibri"/>
                <a:cs typeface="Calibri"/>
              </a:rPr>
              <a:t>42km</a:t>
            </a:r>
          </a:p>
        </p:txBody>
      </p:sp>
      <p:sp>
        <p:nvSpPr>
          <p:cNvPr id="12" name="Arrow: Right 11">
            <a:extLst>
              <a:ext uri="{FF2B5EF4-FFF2-40B4-BE49-F238E27FC236}">
                <a16:creationId xmlns:a16="http://schemas.microsoft.com/office/drawing/2014/main" id="{C96B1EAA-0788-912A-B497-850AFCF6FBAB}"/>
              </a:ext>
            </a:extLst>
          </p:cNvPr>
          <p:cNvSpPr/>
          <p:nvPr/>
        </p:nvSpPr>
        <p:spPr>
          <a:xfrm>
            <a:off x="8778573" y="770050"/>
            <a:ext cx="1974129" cy="5180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CubeSat</a:t>
            </a:r>
            <a:endParaRPr lang="en-US"/>
          </a:p>
        </p:txBody>
      </p:sp>
      <p:pic>
        <p:nvPicPr>
          <p:cNvPr id="13" name="Picture 12" descr="A drawing of a graph&#10;&#10;Description automatically generated">
            <a:extLst>
              <a:ext uri="{FF2B5EF4-FFF2-40B4-BE49-F238E27FC236}">
                <a16:creationId xmlns:a16="http://schemas.microsoft.com/office/drawing/2014/main" id="{10EF40C0-BF1C-F895-7191-D170DF2D49EA}"/>
              </a:ext>
            </a:extLst>
          </p:cNvPr>
          <p:cNvPicPr>
            <a:picLocks noChangeAspect="1"/>
          </p:cNvPicPr>
          <p:nvPr/>
        </p:nvPicPr>
        <p:blipFill>
          <a:blip r:embed="rId4"/>
          <a:stretch>
            <a:fillRect/>
          </a:stretch>
        </p:blipFill>
        <p:spPr>
          <a:xfrm>
            <a:off x="8401050" y="1804988"/>
            <a:ext cx="3162300" cy="2657475"/>
          </a:xfrm>
          <a:prstGeom prst="rect">
            <a:avLst/>
          </a:prstGeom>
        </p:spPr>
      </p:pic>
      <p:pic>
        <p:nvPicPr>
          <p:cNvPr id="15" name="Picture 14">
            <a:extLst>
              <a:ext uri="{FF2B5EF4-FFF2-40B4-BE49-F238E27FC236}">
                <a16:creationId xmlns:a16="http://schemas.microsoft.com/office/drawing/2014/main" id="{493482AC-F11D-8081-2F9E-4CFD26940530}"/>
              </a:ext>
            </a:extLst>
          </p:cNvPr>
          <p:cNvPicPr>
            <a:picLocks noChangeAspect="1"/>
          </p:cNvPicPr>
          <p:nvPr/>
        </p:nvPicPr>
        <p:blipFill>
          <a:blip r:embed="rId5"/>
          <a:stretch>
            <a:fillRect/>
          </a:stretch>
        </p:blipFill>
        <p:spPr>
          <a:xfrm>
            <a:off x="489793" y="2562404"/>
            <a:ext cx="2286000" cy="571500"/>
          </a:xfrm>
          <a:prstGeom prst="rect">
            <a:avLst/>
          </a:prstGeom>
        </p:spPr>
      </p:pic>
      <p:pic>
        <p:nvPicPr>
          <p:cNvPr id="18" name="Picture 17">
            <a:extLst>
              <a:ext uri="{FF2B5EF4-FFF2-40B4-BE49-F238E27FC236}">
                <a16:creationId xmlns:a16="http://schemas.microsoft.com/office/drawing/2014/main" id="{D96B1EA7-FE49-70A5-1448-CE0DB3619D35}"/>
              </a:ext>
            </a:extLst>
          </p:cNvPr>
          <p:cNvPicPr>
            <a:picLocks noChangeAspect="1"/>
          </p:cNvPicPr>
          <p:nvPr/>
        </p:nvPicPr>
        <p:blipFill>
          <a:blip r:embed="rId6"/>
          <a:stretch>
            <a:fillRect/>
          </a:stretch>
        </p:blipFill>
        <p:spPr>
          <a:xfrm>
            <a:off x="1056926" y="3748606"/>
            <a:ext cx="809625" cy="514350"/>
          </a:xfrm>
          <a:prstGeom prst="rect">
            <a:avLst/>
          </a:prstGeom>
        </p:spPr>
      </p:pic>
      <p:pic>
        <p:nvPicPr>
          <p:cNvPr id="19" name="Picture 18">
            <a:extLst>
              <a:ext uri="{FF2B5EF4-FFF2-40B4-BE49-F238E27FC236}">
                <a16:creationId xmlns:a16="http://schemas.microsoft.com/office/drawing/2014/main" id="{15EE8760-F736-DA1F-3528-0F7161720A5C}"/>
              </a:ext>
            </a:extLst>
          </p:cNvPr>
          <p:cNvPicPr>
            <a:picLocks noChangeAspect="1"/>
          </p:cNvPicPr>
          <p:nvPr/>
        </p:nvPicPr>
        <p:blipFill>
          <a:blip r:embed="rId7"/>
          <a:stretch>
            <a:fillRect/>
          </a:stretch>
        </p:blipFill>
        <p:spPr>
          <a:xfrm>
            <a:off x="2194313" y="3644307"/>
            <a:ext cx="2454215" cy="720231"/>
          </a:xfrm>
          <a:prstGeom prst="rect">
            <a:avLst/>
          </a:prstGeom>
        </p:spPr>
      </p:pic>
      <p:pic>
        <p:nvPicPr>
          <p:cNvPr id="21" name="Picture 20">
            <a:extLst>
              <a:ext uri="{FF2B5EF4-FFF2-40B4-BE49-F238E27FC236}">
                <a16:creationId xmlns:a16="http://schemas.microsoft.com/office/drawing/2014/main" id="{431B5557-F1C4-E259-C9FC-F7BC86D17419}"/>
              </a:ext>
            </a:extLst>
          </p:cNvPr>
          <p:cNvPicPr>
            <a:picLocks noChangeAspect="1"/>
          </p:cNvPicPr>
          <p:nvPr/>
        </p:nvPicPr>
        <p:blipFill>
          <a:blip r:embed="rId8"/>
          <a:stretch>
            <a:fillRect/>
          </a:stretch>
        </p:blipFill>
        <p:spPr>
          <a:xfrm>
            <a:off x="1422587" y="5343245"/>
            <a:ext cx="885825" cy="638175"/>
          </a:xfrm>
          <a:prstGeom prst="rect">
            <a:avLst/>
          </a:prstGeom>
        </p:spPr>
      </p:pic>
      <p:pic>
        <p:nvPicPr>
          <p:cNvPr id="22" name="Picture 21">
            <a:extLst>
              <a:ext uri="{FF2B5EF4-FFF2-40B4-BE49-F238E27FC236}">
                <a16:creationId xmlns:a16="http://schemas.microsoft.com/office/drawing/2014/main" id="{74DFD6BA-1A97-8BFC-E338-CB920BCBA3A8}"/>
              </a:ext>
            </a:extLst>
          </p:cNvPr>
          <p:cNvPicPr>
            <a:picLocks noChangeAspect="1"/>
          </p:cNvPicPr>
          <p:nvPr/>
        </p:nvPicPr>
        <p:blipFill>
          <a:blip r:embed="rId9"/>
          <a:stretch>
            <a:fillRect/>
          </a:stretch>
        </p:blipFill>
        <p:spPr>
          <a:xfrm>
            <a:off x="2668120" y="5354172"/>
            <a:ext cx="3141010" cy="628649"/>
          </a:xfrm>
          <a:prstGeom prst="rect">
            <a:avLst/>
          </a:prstGeom>
        </p:spPr>
      </p:pic>
      <p:pic>
        <p:nvPicPr>
          <p:cNvPr id="23" name="Picture 22">
            <a:extLst>
              <a:ext uri="{FF2B5EF4-FFF2-40B4-BE49-F238E27FC236}">
                <a16:creationId xmlns:a16="http://schemas.microsoft.com/office/drawing/2014/main" id="{49D526DC-B479-1495-8B41-708BA2F1AAC5}"/>
              </a:ext>
            </a:extLst>
          </p:cNvPr>
          <p:cNvPicPr>
            <a:picLocks noChangeAspect="1"/>
          </p:cNvPicPr>
          <p:nvPr/>
        </p:nvPicPr>
        <p:blipFill>
          <a:blip r:embed="rId10"/>
          <a:stretch>
            <a:fillRect/>
          </a:stretch>
        </p:blipFill>
        <p:spPr>
          <a:xfrm>
            <a:off x="2774200" y="2449721"/>
            <a:ext cx="3034882" cy="603492"/>
          </a:xfrm>
          <a:prstGeom prst="rect">
            <a:avLst/>
          </a:prstGeom>
        </p:spPr>
      </p:pic>
    </p:spTree>
    <p:extLst>
      <p:ext uri="{BB962C8B-B14F-4D97-AF65-F5344CB8AC3E}">
        <p14:creationId xmlns:p14="http://schemas.microsoft.com/office/powerpoint/2010/main" val="667090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 - Step 4</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918503"/>
          </a:xfrm>
        </p:spPr>
        <p:txBody>
          <a:bodyPr vert="horz" lIns="91440" tIns="45720" rIns="91440" bIns="45720" rtlCol="0" anchor="t">
            <a:normAutofit/>
          </a:bodyPr>
          <a:lstStyle/>
          <a:p>
            <a:pPr marL="0" indent="0">
              <a:buNone/>
            </a:pPr>
            <a:r>
              <a:rPr lang="en-US">
                <a:solidFill>
                  <a:srgbClr val="002060"/>
                </a:solidFill>
                <a:ea typeface="Calibri"/>
                <a:cs typeface="Calibri"/>
              </a:rPr>
              <a:t>Repeat steps 2 and 3 till all photos have been taken in about 1 minute.</a:t>
            </a:r>
            <a:endParaRPr lang="en-US"/>
          </a:p>
          <a:p>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363878" cy="365125"/>
          </a:xfrm>
        </p:spPr>
        <p:txBody>
          <a:bodyPr/>
          <a:lstStyle/>
          <a:p>
            <a:fld id="{330EA680-D336-4FF7-8B7A-9848BB0A1C32}" type="slidenum">
              <a:rPr lang="en-US" smtClean="0"/>
              <a:t>18</a:t>
            </a:fld>
            <a:endParaRPr lang="en-US"/>
          </a:p>
        </p:txBody>
      </p:sp>
      <p:pic>
        <p:nvPicPr>
          <p:cNvPr id="5" name="Picture 4">
            <a:extLst>
              <a:ext uri="{FF2B5EF4-FFF2-40B4-BE49-F238E27FC236}">
                <a16:creationId xmlns:a16="http://schemas.microsoft.com/office/drawing/2014/main" id="{08EA683B-FD3C-B9A0-C912-8E21C887B9C5}"/>
              </a:ext>
            </a:extLst>
          </p:cNvPr>
          <p:cNvPicPr>
            <a:picLocks noChangeAspect="1"/>
          </p:cNvPicPr>
          <p:nvPr/>
        </p:nvPicPr>
        <p:blipFill>
          <a:blip r:embed="rId4"/>
          <a:stretch>
            <a:fillRect/>
          </a:stretch>
        </p:blipFill>
        <p:spPr>
          <a:xfrm>
            <a:off x="4014872" y="2496119"/>
            <a:ext cx="4159085" cy="931237"/>
          </a:xfrm>
          <a:prstGeom prst="rect">
            <a:avLst/>
          </a:prstGeom>
        </p:spPr>
      </p:pic>
      <p:pic>
        <p:nvPicPr>
          <p:cNvPr id="6" name="Picture 5">
            <a:extLst>
              <a:ext uri="{FF2B5EF4-FFF2-40B4-BE49-F238E27FC236}">
                <a16:creationId xmlns:a16="http://schemas.microsoft.com/office/drawing/2014/main" id="{451EC6E3-1D22-35E2-D805-DC10C822E58C}"/>
              </a:ext>
            </a:extLst>
          </p:cNvPr>
          <p:cNvPicPr>
            <a:picLocks noChangeAspect="1"/>
          </p:cNvPicPr>
          <p:nvPr/>
        </p:nvPicPr>
        <p:blipFill>
          <a:blip r:embed="rId5"/>
          <a:stretch>
            <a:fillRect/>
          </a:stretch>
        </p:blipFill>
        <p:spPr>
          <a:xfrm>
            <a:off x="3997439" y="3686941"/>
            <a:ext cx="4181475" cy="962025"/>
          </a:xfrm>
          <a:prstGeom prst="rect">
            <a:avLst/>
          </a:prstGeom>
        </p:spPr>
      </p:pic>
      <p:pic>
        <p:nvPicPr>
          <p:cNvPr id="8" name="Picture 7">
            <a:extLst>
              <a:ext uri="{FF2B5EF4-FFF2-40B4-BE49-F238E27FC236}">
                <a16:creationId xmlns:a16="http://schemas.microsoft.com/office/drawing/2014/main" id="{B8B193F2-A3DC-030F-EB6B-7F44D68EB120}"/>
              </a:ext>
            </a:extLst>
          </p:cNvPr>
          <p:cNvPicPr>
            <a:picLocks noChangeAspect="1"/>
          </p:cNvPicPr>
          <p:nvPr/>
        </p:nvPicPr>
        <p:blipFill>
          <a:blip r:embed="rId6"/>
          <a:stretch>
            <a:fillRect/>
          </a:stretch>
        </p:blipFill>
        <p:spPr>
          <a:xfrm>
            <a:off x="3771900" y="5038725"/>
            <a:ext cx="4648200" cy="590550"/>
          </a:xfrm>
          <a:prstGeom prst="rect">
            <a:avLst/>
          </a:prstGeom>
        </p:spPr>
      </p:pic>
    </p:spTree>
    <p:extLst>
      <p:ext uri="{BB962C8B-B14F-4D97-AF65-F5344CB8AC3E}">
        <p14:creationId xmlns:p14="http://schemas.microsoft.com/office/powerpoint/2010/main" val="2844018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 - Step 5</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r>
              <a:rPr lang="en-US">
                <a:solidFill>
                  <a:srgbClr val="002060"/>
                </a:solidFill>
                <a:ea typeface="Calibri"/>
                <a:cs typeface="Calibri"/>
              </a:rPr>
              <a:t>Use reaction wheels, star tracker, IMU, and magnetometer to move CubeSat back into its parking orientation.</a:t>
            </a:r>
            <a:endParaRPr lang="en-US"/>
          </a:p>
          <a:p>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344828" cy="365125"/>
          </a:xfrm>
        </p:spPr>
        <p:txBody>
          <a:bodyPr/>
          <a:lstStyle/>
          <a:p>
            <a:fld id="{330EA680-D336-4FF7-8B7A-9848BB0A1C32}" type="slidenum">
              <a:rPr lang="en-US" smtClean="0"/>
              <a:t>19</a:t>
            </a:fld>
            <a:endParaRPr lang="en-US"/>
          </a:p>
        </p:txBody>
      </p:sp>
      <p:pic>
        <p:nvPicPr>
          <p:cNvPr id="5" name="Picture 4" descr="A diagram of a parking position&#10;&#10;Description automatically generated">
            <a:extLst>
              <a:ext uri="{FF2B5EF4-FFF2-40B4-BE49-F238E27FC236}">
                <a16:creationId xmlns:a16="http://schemas.microsoft.com/office/drawing/2014/main" id="{97555B50-8463-F1D0-E1D9-86EF7BCCAD55}"/>
              </a:ext>
            </a:extLst>
          </p:cNvPr>
          <p:cNvPicPr>
            <a:picLocks noChangeAspect="1"/>
          </p:cNvPicPr>
          <p:nvPr/>
        </p:nvPicPr>
        <p:blipFill>
          <a:blip r:embed="rId4"/>
          <a:stretch>
            <a:fillRect/>
          </a:stretch>
        </p:blipFill>
        <p:spPr>
          <a:xfrm>
            <a:off x="7876635" y="3157734"/>
            <a:ext cx="2943225" cy="2333625"/>
          </a:xfrm>
          <a:prstGeom prst="rect">
            <a:avLst/>
          </a:prstGeom>
        </p:spPr>
      </p:pic>
      <p:sp>
        <p:nvSpPr>
          <p:cNvPr id="6" name="Rectangle 5">
            <a:extLst>
              <a:ext uri="{FF2B5EF4-FFF2-40B4-BE49-F238E27FC236}">
                <a16:creationId xmlns:a16="http://schemas.microsoft.com/office/drawing/2014/main" id="{FCED4721-C815-7DB8-5E02-950B21BDF4C2}"/>
              </a:ext>
            </a:extLst>
          </p:cNvPr>
          <p:cNvSpPr/>
          <p:nvPr/>
        </p:nvSpPr>
        <p:spPr>
          <a:xfrm rot="2580000">
            <a:off x="9781714" y="2893354"/>
            <a:ext cx="1589986" cy="10243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440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669552" y="317501"/>
            <a:ext cx="5094755" cy="427411"/>
          </a:xfrm>
        </p:spPr>
        <p:txBody>
          <a:bodyPr>
            <a:normAutofit fontScale="90000"/>
          </a:bodyPr>
          <a:lstStyle/>
          <a:p>
            <a:r>
              <a:rPr lang="en-US" sz="3600">
                <a:solidFill>
                  <a:srgbClr val="002060"/>
                </a:solidFill>
                <a:latin typeface="Calibri"/>
                <a:ea typeface="Calibri"/>
                <a:cs typeface="Calibri"/>
              </a:rPr>
              <a:t>Specifications</a:t>
            </a:r>
            <a:endParaRPr lang="en-US"/>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44531"/>
          </a:xfrm>
        </p:spPr>
        <p:txBody>
          <a:bodyPr/>
          <a:lstStyle/>
          <a:p>
            <a:fld id="{330EA680-D336-4FF7-8B7A-9848BB0A1C32}" type="slidenum">
              <a:rPr lang="en-US" smtClean="0"/>
              <a:t>20</a:t>
            </a:fld>
            <a:endParaRPr lang="en-US"/>
          </a:p>
        </p:txBody>
      </p:sp>
      <p:graphicFrame>
        <p:nvGraphicFramePr>
          <p:cNvPr id="11" name="Table 10">
            <a:extLst>
              <a:ext uri="{FF2B5EF4-FFF2-40B4-BE49-F238E27FC236}">
                <a16:creationId xmlns:a16="http://schemas.microsoft.com/office/drawing/2014/main" id="{DC06441B-86C5-1384-327C-45D72CC0E778}"/>
              </a:ext>
            </a:extLst>
          </p:cNvPr>
          <p:cNvGraphicFramePr>
            <a:graphicFrameLocks noGrp="1"/>
          </p:cNvGraphicFramePr>
          <p:nvPr>
            <p:extLst>
              <p:ext uri="{D42A27DB-BD31-4B8C-83A1-F6EECF244321}">
                <p14:modId xmlns:p14="http://schemas.microsoft.com/office/powerpoint/2010/main" val="199851724"/>
              </p:ext>
            </p:extLst>
          </p:nvPr>
        </p:nvGraphicFramePr>
        <p:xfrm>
          <a:off x="909177" y="969161"/>
          <a:ext cx="10384630" cy="4912982"/>
        </p:xfrm>
        <a:graphic>
          <a:graphicData uri="http://schemas.openxmlformats.org/drawingml/2006/table">
            <a:tbl>
              <a:tblPr firstRow="1" bandRow="1">
                <a:tableStyleId>{5C22544A-7EE6-4342-B048-85BDC9FD1C3A}</a:tableStyleId>
              </a:tblPr>
              <a:tblGrid>
                <a:gridCol w="2076926">
                  <a:extLst>
                    <a:ext uri="{9D8B030D-6E8A-4147-A177-3AD203B41FA5}">
                      <a16:colId xmlns:a16="http://schemas.microsoft.com/office/drawing/2014/main" val="995152336"/>
                    </a:ext>
                  </a:extLst>
                </a:gridCol>
                <a:gridCol w="2076926">
                  <a:extLst>
                    <a:ext uri="{9D8B030D-6E8A-4147-A177-3AD203B41FA5}">
                      <a16:colId xmlns:a16="http://schemas.microsoft.com/office/drawing/2014/main" val="3097735421"/>
                    </a:ext>
                  </a:extLst>
                </a:gridCol>
                <a:gridCol w="2076926">
                  <a:extLst>
                    <a:ext uri="{9D8B030D-6E8A-4147-A177-3AD203B41FA5}">
                      <a16:colId xmlns:a16="http://schemas.microsoft.com/office/drawing/2014/main" val="996633826"/>
                    </a:ext>
                  </a:extLst>
                </a:gridCol>
                <a:gridCol w="2076926">
                  <a:extLst>
                    <a:ext uri="{9D8B030D-6E8A-4147-A177-3AD203B41FA5}">
                      <a16:colId xmlns:a16="http://schemas.microsoft.com/office/drawing/2014/main" val="3779366336"/>
                    </a:ext>
                  </a:extLst>
                </a:gridCol>
                <a:gridCol w="2076926">
                  <a:extLst>
                    <a:ext uri="{9D8B030D-6E8A-4147-A177-3AD203B41FA5}">
                      <a16:colId xmlns:a16="http://schemas.microsoft.com/office/drawing/2014/main" val="1875454301"/>
                    </a:ext>
                  </a:extLst>
                </a:gridCol>
              </a:tblGrid>
              <a:tr h="421821">
                <a:tc>
                  <a:txBody>
                    <a:bodyPr/>
                    <a:lstStyle/>
                    <a:p>
                      <a:pPr lvl="0">
                        <a:buNone/>
                      </a:pPr>
                      <a:r>
                        <a:rPr lang="en-US" sz="1600"/>
                        <a:t>Status</a:t>
                      </a:r>
                    </a:p>
                  </a:txBody>
                  <a:tcPr/>
                </a:tc>
                <a:tc>
                  <a:txBody>
                    <a:bodyPr/>
                    <a:lstStyle/>
                    <a:p>
                      <a:r>
                        <a:rPr lang="en-US" sz="1600"/>
                        <a:t>Metric</a:t>
                      </a:r>
                    </a:p>
                  </a:txBody>
                  <a:tcPr/>
                </a:tc>
                <a:tc>
                  <a:txBody>
                    <a:bodyPr/>
                    <a:lstStyle/>
                    <a:p>
                      <a:r>
                        <a:rPr lang="en-US" sz="1600"/>
                        <a:t>Units</a:t>
                      </a:r>
                    </a:p>
                  </a:txBody>
                  <a:tcPr/>
                </a:tc>
                <a:tc>
                  <a:txBody>
                    <a:bodyPr/>
                    <a:lstStyle/>
                    <a:p>
                      <a:pPr lvl="0">
                        <a:buNone/>
                      </a:pPr>
                      <a:r>
                        <a:rPr lang="en-US" sz="1600"/>
                        <a:t>Acceptable Values</a:t>
                      </a:r>
                    </a:p>
                  </a:txBody>
                  <a:tcPr/>
                </a:tc>
                <a:tc>
                  <a:txBody>
                    <a:bodyPr/>
                    <a:lstStyle/>
                    <a:p>
                      <a:pPr lvl="0">
                        <a:buNone/>
                      </a:pPr>
                      <a:r>
                        <a:rPr lang="en-US" sz="1600"/>
                        <a:t>Calculated Values</a:t>
                      </a:r>
                    </a:p>
                  </a:txBody>
                  <a:tcPr/>
                </a:tc>
                <a:extLst>
                  <a:ext uri="{0D108BD9-81ED-4DB2-BD59-A6C34878D82A}">
                    <a16:rowId xmlns:a16="http://schemas.microsoft.com/office/drawing/2014/main" val="186470399"/>
                  </a:ext>
                </a:extLst>
              </a:tr>
              <a:tr h="719578">
                <a:tc>
                  <a:txBody>
                    <a:bodyPr/>
                    <a:lstStyle/>
                    <a:p>
                      <a:pPr lvl="0">
                        <a:buNone/>
                      </a:pPr>
                      <a:r>
                        <a:rPr lang="en-US" sz="1600"/>
                        <a:t>F</a:t>
                      </a:r>
                    </a:p>
                  </a:txBody>
                  <a:tcPr/>
                </a:tc>
                <a:tc>
                  <a:txBody>
                    <a:bodyPr/>
                    <a:lstStyle/>
                    <a:p>
                      <a:pPr lvl="0">
                        <a:buNone/>
                      </a:pPr>
                      <a:r>
                        <a:rPr lang="en-US" sz="1600"/>
                        <a:t>Sun sensor (Response Time)</a:t>
                      </a:r>
                    </a:p>
                  </a:txBody>
                  <a:tcPr/>
                </a:tc>
                <a:tc>
                  <a:txBody>
                    <a:bodyPr/>
                    <a:lstStyle/>
                    <a:p>
                      <a:pPr lvl="0">
                        <a:buNone/>
                      </a:pPr>
                      <a:r>
                        <a:rPr lang="en-US" sz="1600"/>
                        <a:t>Milliseconds</a:t>
                      </a:r>
                    </a:p>
                  </a:txBody>
                  <a:tcPr/>
                </a:tc>
                <a:tc>
                  <a:txBody>
                    <a:bodyPr/>
                    <a:lstStyle/>
                    <a:p>
                      <a:pPr lvl="0">
                        <a:buNone/>
                      </a:pPr>
                      <a:r>
                        <a:rPr lang="en-US" sz="1600"/>
                        <a:t>x&lt;10</a:t>
                      </a:r>
                    </a:p>
                  </a:txBody>
                  <a:tcPr/>
                </a:tc>
                <a:tc>
                  <a:txBody>
                    <a:bodyPr/>
                    <a:lstStyle/>
                    <a:p>
                      <a:pPr lvl="0">
                        <a:buNone/>
                      </a:pPr>
                      <a:r>
                        <a:rPr lang="en-US" sz="1600"/>
                        <a:t>6e-5</a:t>
                      </a:r>
                    </a:p>
                  </a:txBody>
                  <a:tcPr/>
                </a:tc>
                <a:extLst>
                  <a:ext uri="{0D108BD9-81ED-4DB2-BD59-A6C34878D82A}">
                    <a16:rowId xmlns:a16="http://schemas.microsoft.com/office/drawing/2014/main" val="3649638352"/>
                  </a:ext>
                </a:extLst>
              </a:tr>
              <a:tr h="719578">
                <a:tc>
                  <a:txBody>
                    <a:bodyPr/>
                    <a:lstStyle/>
                    <a:p>
                      <a:pPr lvl="0">
                        <a:buNone/>
                      </a:pPr>
                      <a:r>
                        <a:rPr lang="en-US" sz="1600"/>
                        <a:t>F</a:t>
                      </a:r>
                    </a:p>
                  </a:txBody>
                  <a:tcPr/>
                </a:tc>
                <a:tc>
                  <a:txBody>
                    <a:bodyPr/>
                    <a:lstStyle/>
                    <a:p>
                      <a:pPr lvl="0">
                        <a:buNone/>
                      </a:pPr>
                      <a:r>
                        <a:rPr lang="en-US" sz="1600"/>
                        <a:t>IMU (Accelerometer Range)</a:t>
                      </a:r>
                    </a:p>
                  </a:txBody>
                  <a:tcPr/>
                </a:tc>
                <a:tc>
                  <a:txBody>
                    <a:bodyPr/>
                    <a:lstStyle/>
                    <a:p>
                      <a:pPr lvl="0">
                        <a:buNone/>
                      </a:pPr>
                      <a:r>
                        <a:rPr lang="en-US" sz="1600"/>
                        <a:t>Gravitational Force</a:t>
                      </a:r>
                    </a:p>
                  </a:txBody>
                  <a:tcPr/>
                </a:tc>
                <a:tc>
                  <a:txBody>
                    <a:bodyPr/>
                    <a:lstStyle/>
                    <a:p>
                      <a:pPr lvl="0">
                        <a:buNone/>
                      </a:pPr>
                      <a:r>
                        <a:rPr lang="en-US" sz="1600"/>
                        <a:t>-16&lt;x&lt;16</a:t>
                      </a:r>
                    </a:p>
                  </a:txBody>
                  <a:tcPr/>
                </a:tc>
                <a:tc>
                  <a:txBody>
                    <a:bodyPr/>
                    <a:lstStyle/>
                    <a:p>
                      <a:pPr lvl="0">
                        <a:buNone/>
                      </a:pPr>
                      <a:r>
                        <a:rPr lang="en-US" sz="1600"/>
                        <a:t>In datasheet, and go up to acceptable value</a:t>
                      </a:r>
                    </a:p>
                  </a:txBody>
                  <a:tcPr/>
                </a:tc>
                <a:extLst>
                  <a:ext uri="{0D108BD9-81ED-4DB2-BD59-A6C34878D82A}">
                    <a16:rowId xmlns:a16="http://schemas.microsoft.com/office/drawing/2014/main" val="1093641426"/>
                  </a:ext>
                </a:extLst>
              </a:tr>
              <a:tr h="1017335">
                <a:tc>
                  <a:txBody>
                    <a:bodyPr/>
                    <a:lstStyle/>
                    <a:p>
                      <a:pPr lvl="0">
                        <a:buNone/>
                      </a:pPr>
                      <a:r>
                        <a:rPr lang="en-US" sz="1600"/>
                        <a:t>F</a:t>
                      </a:r>
                    </a:p>
                  </a:txBody>
                  <a:tcPr/>
                </a:tc>
                <a:tc>
                  <a:txBody>
                    <a:bodyPr/>
                    <a:lstStyle/>
                    <a:p>
                      <a:pPr lvl="0">
                        <a:buNone/>
                      </a:pPr>
                      <a:r>
                        <a:rPr lang="en-US" sz="1600"/>
                        <a:t>Magnetometer (Range to cover Earth's magnetic field)</a:t>
                      </a:r>
                    </a:p>
                  </a:txBody>
                  <a:tcPr/>
                </a:tc>
                <a:tc>
                  <a:txBody>
                    <a:bodyPr/>
                    <a:lstStyle/>
                    <a:p>
                      <a:pPr lvl="0">
                        <a:buNone/>
                      </a:pPr>
                      <a:r>
                        <a:rPr lang="en-US" sz="1600" err="1"/>
                        <a:t>Microteslas</a:t>
                      </a:r>
                      <a:endParaRPr lang="en-US" sz="1600"/>
                    </a:p>
                  </a:txBody>
                  <a:tcPr/>
                </a:tc>
                <a:tc>
                  <a:txBody>
                    <a:bodyPr/>
                    <a:lstStyle/>
                    <a:p>
                      <a:pPr lvl="0">
                        <a:buNone/>
                      </a:pPr>
                      <a:r>
                        <a:rPr lang="en-US" sz="1600"/>
                        <a:t>20&lt;x&lt;100000</a:t>
                      </a:r>
                    </a:p>
                  </a:txBody>
                  <a:tcPr/>
                </a:tc>
                <a:tc>
                  <a:txBody>
                    <a:bodyPr/>
                    <a:lstStyle/>
                    <a:p>
                      <a:pPr lvl="0">
                        <a:buNone/>
                      </a:pPr>
                      <a:r>
                        <a:rPr lang="en-US" sz="1600"/>
                        <a:t>Datasheet has acceptable values</a:t>
                      </a:r>
                    </a:p>
                  </a:txBody>
                  <a:tcPr/>
                </a:tc>
                <a:extLst>
                  <a:ext uri="{0D108BD9-81ED-4DB2-BD59-A6C34878D82A}">
                    <a16:rowId xmlns:a16="http://schemas.microsoft.com/office/drawing/2014/main" val="1345131144"/>
                  </a:ext>
                </a:extLst>
              </a:tr>
              <a:tr h="1017335">
                <a:tc>
                  <a:txBody>
                    <a:bodyPr/>
                    <a:lstStyle/>
                    <a:p>
                      <a:pPr lvl="0">
                        <a:buNone/>
                      </a:pPr>
                      <a:r>
                        <a:rPr lang="en-US" sz="1600"/>
                        <a:t>F</a:t>
                      </a:r>
                    </a:p>
                  </a:txBody>
                  <a:tcPr/>
                </a:tc>
                <a:tc>
                  <a:txBody>
                    <a:bodyPr/>
                    <a:lstStyle/>
                    <a:p>
                      <a:pPr lvl="0">
                        <a:buNone/>
                      </a:pPr>
                      <a:r>
                        <a:rPr lang="en-US" sz="1600"/>
                        <a:t>Magnetic Dipole Moment (Magnetorquers)</a:t>
                      </a:r>
                    </a:p>
                  </a:txBody>
                  <a:tcPr/>
                </a:tc>
                <a:tc>
                  <a:txBody>
                    <a:bodyPr/>
                    <a:lstStyle/>
                    <a:p>
                      <a:pPr lvl="0">
                        <a:buNone/>
                      </a:pPr>
                      <a:r>
                        <a:rPr lang="en-US" sz="1600"/>
                        <a:t>Ampere-square meters</a:t>
                      </a:r>
                    </a:p>
                  </a:txBody>
                  <a:tcPr/>
                </a:tc>
                <a:tc>
                  <a:txBody>
                    <a:bodyPr/>
                    <a:lstStyle/>
                    <a:p>
                      <a:pPr lvl="0">
                        <a:buNone/>
                      </a:pPr>
                      <a:r>
                        <a:rPr lang="en-US" sz="1600"/>
                        <a:t>0.1&lt;x&lt;10</a:t>
                      </a:r>
                    </a:p>
                  </a:txBody>
                  <a:tcPr/>
                </a:tc>
                <a:tc>
                  <a:txBody>
                    <a:bodyPr/>
                    <a:lstStyle/>
                    <a:p>
                      <a:pPr lvl="0">
                        <a:buNone/>
                      </a:pPr>
                      <a:r>
                        <a:rPr lang="en-US" sz="1600"/>
                        <a:t>0.128</a:t>
                      </a:r>
                    </a:p>
                  </a:txBody>
                  <a:tcPr/>
                </a:tc>
                <a:extLst>
                  <a:ext uri="{0D108BD9-81ED-4DB2-BD59-A6C34878D82A}">
                    <a16:rowId xmlns:a16="http://schemas.microsoft.com/office/drawing/2014/main" val="3520000225"/>
                  </a:ext>
                </a:extLst>
              </a:tr>
              <a:tr h="1017335">
                <a:tc>
                  <a:txBody>
                    <a:bodyPr/>
                    <a:lstStyle/>
                    <a:p>
                      <a:pPr lvl="0">
                        <a:buNone/>
                      </a:pPr>
                      <a:r>
                        <a:rPr lang="en-US" sz="1600"/>
                        <a:t>F</a:t>
                      </a:r>
                    </a:p>
                  </a:txBody>
                  <a:tcPr/>
                </a:tc>
                <a:tc>
                  <a:txBody>
                    <a:bodyPr/>
                    <a:lstStyle/>
                    <a:p>
                      <a:pPr lvl="0">
                        <a:buNone/>
                      </a:pPr>
                      <a:r>
                        <a:rPr lang="en-US" sz="1600"/>
                        <a:t>FOV (Star Tracker Camera)</a:t>
                      </a:r>
                      <a:endParaRPr lang="en-US" sz="1600" b="0" i="0" u="none" strike="noStrike" noProof="0">
                        <a:latin typeface="Calibri"/>
                      </a:endParaRPr>
                    </a:p>
                  </a:txBody>
                  <a:tcPr/>
                </a:tc>
                <a:tc>
                  <a:txBody>
                    <a:bodyPr/>
                    <a:lstStyle/>
                    <a:p>
                      <a:pPr lvl="0">
                        <a:buNone/>
                      </a:pPr>
                      <a:r>
                        <a:rPr lang="en-US" sz="1600"/>
                        <a:t>Degrees</a:t>
                      </a:r>
                    </a:p>
                  </a:txBody>
                  <a:tcPr/>
                </a:tc>
                <a:tc>
                  <a:txBody>
                    <a:bodyPr/>
                    <a:lstStyle/>
                    <a:p>
                      <a:pPr lvl="0">
                        <a:buNone/>
                      </a:pPr>
                      <a:r>
                        <a:rPr lang="en-US" sz="1600"/>
                        <a:t>5&lt;x&lt;40 (Camera)</a:t>
                      </a:r>
                    </a:p>
                    <a:p>
                      <a:pPr lvl="0">
                        <a:buNone/>
                      </a:pPr>
                      <a:r>
                        <a:rPr lang="en-US" sz="1600"/>
                        <a:t>10&lt;x&lt;200 (Additional Lenses)</a:t>
                      </a:r>
                    </a:p>
                  </a:txBody>
                  <a:tcPr/>
                </a:tc>
                <a:tc>
                  <a:txBody>
                    <a:bodyPr/>
                    <a:lstStyle/>
                    <a:p>
                      <a:pPr lvl="0">
                        <a:buNone/>
                      </a:pPr>
                      <a:r>
                        <a:rPr lang="en-US" sz="1600"/>
                        <a:t>40</a:t>
                      </a:r>
                    </a:p>
                  </a:txBody>
                  <a:tcPr/>
                </a:tc>
                <a:extLst>
                  <a:ext uri="{0D108BD9-81ED-4DB2-BD59-A6C34878D82A}">
                    <a16:rowId xmlns:a16="http://schemas.microsoft.com/office/drawing/2014/main" val="1704941509"/>
                  </a:ext>
                </a:extLst>
              </a:tr>
            </a:tbl>
          </a:graphicData>
        </a:graphic>
      </p:graphicFrame>
    </p:spTree>
    <p:extLst>
      <p:ext uri="{BB962C8B-B14F-4D97-AF65-F5344CB8AC3E}">
        <p14:creationId xmlns:p14="http://schemas.microsoft.com/office/powerpoint/2010/main" val="3221483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655441" y="257176"/>
            <a:ext cx="5094755" cy="427411"/>
          </a:xfrm>
        </p:spPr>
        <p:txBody>
          <a:bodyPr>
            <a:normAutofit fontScale="90000"/>
          </a:bodyPr>
          <a:lstStyle/>
          <a:p>
            <a:r>
              <a:rPr lang="en-US" sz="3600">
                <a:solidFill>
                  <a:srgbClr val="002060"/>
                </a:solidFill>
                <a:latin typeface="Calibri"/>
                <a:ea typeface="Calibri"/>
                <a:cs typeface="Calibri"/>
              </a:rPr>
              <a:t>Specifications – Cont.</a:t>
            </a:r>
            <a:endParaRPr lang="en-US" err="1"/>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44531"/>
          </a:xfrm>
        </p:spPr>
        <p:txBody>
          <a:bodyPr/>
          <a:lstStyle/>
          <a:p>
            <a:fld id="{330EA680-D336-4FF7-8B7A-9848BB0A1C32}" type="slidenum">
              <a:rPr lang="en-US" smtClean="0"/>
              <a:t>21</a:t>
            </a:fld>
            <a:endParaRPr lang="en-US"/>
          </a:p>
        </p:txBody>
      </p:sp>
      <p:graphicFrame>
        <p:nvGraphicFramePr>
          <p:cNvPr id="11" name="Table 10">
            <a:extLst>
              <a:ext uri="{FF2B5EF4-FFF2-40B4-BE49-F238E27FC236}">
                <a16:creationId xmlns:a16="http://schemas.microsoft.com/office/drawing/2014/main" id="{DC06441B-86C5-1384-327C-45D72CC0E778}"/>
              </a:ext>
            </a:extLst>
          </p:cNvPr>
          <p:cNvGraphicFramePr>
            <a:graphicFrameLocks noGrp="1"/>
          </p:cNvGraphicFramePr>
          <p:nvPr>
            <p:extLst>
              <p:ext uri="{D42A27DB-BD31-4B8C-83A1-F6EECF244321}">
                <p14:modId xmlns:p14="http://schemas.microsoft.com/office/powerpoint/2010/main" val="1856737705"/>
              </p:ext>
            </p:extLst>
          </p:nvPr>
        </p:nvGraphicFramePr>
        <p:xfrm>
          <a:off x="649110" y="931332"/>
          <a:ext cx="10913990" cy="4995729"/>
        </p:xfrm>
        <a:graphic>
          <a:graphicData uri="http://schemas.openxmlformats.org/drawingml/2006/table">
            <a:tbl>
              <a:tblPr firstRow="1" bandRow="1">
                <a:tableStyleId>{5C22544A-7EE6-4342-B048-85BDC9FD1C3A}</a:tableStyleId>
              </a:tblPr>
              <a:tblGrid>
                <a:gridCol w="2182798">
                  <a:extLst>
                    <a:ext uri="{9D8B030D-6E8A-4147-A177-3AD203B41FA5}">
                      <a16:colId xmlns:a16="http://schemas.microsoft.com/office/drawing/2014/main" val="995152336"/>
                    </a:ext>
                  </a:extLst>
                </a:gridCol>
                <a:gridCol w="2182798">
                  <a:extLst>
                    <a:ext uri="{9D8B030D-6E8A-4147-A177-3AD203B41FA5}">
                      <a16:colId xmlns:a16="http://schemas.microsoft.com/office/drawing/2014/main" val="3097735421"/>
                    </a:ext>
                  </a:extLst>
                </a:gridCol>
                <a:gridCol w="2182798">
                  <a:extLst>
                    <a:ext uri="{9D8B030D-6E8A-4147-A177-3AD203B41FA5}">
                      <a16:colId xmlns:a16="http://schemas.microsoft.com/office/drawing/2014/main" val="996633826"/>
                    </a:ext>
                  </a:extLst>
                </a:gridCol>
                <a:gridCol w="2182798">
                  <a:extLst>
                    <a:ext uri="{9D8B030D-6E8A-4147-A177-3AD203B41FA5}">
                      <a16:colId xmlns:a16="http://schemas.microsoft.com/office/drawing/2014/main" val="3779366336"/>
                    </a:ext>
                  </a:extLst>
                </a:gridCol>
                <a:gridCol w="2182798">
                  <a:extLst>
                    <a:ext uri="{9D8B030D-6E8A-4147-A177-3AD203B41FA5}">
                      <a16:colId xmlns:a16="http://schemas.microsoft.com/office/drawing/2014/main" val="1875454301"/>
                    </a:ext>
                  </a:extLst>
                </a:gridCol>
              </a:tblGrid>
              <a:tr h="457776">
                <a:tc>
                  <a:txBody>
                    <a:bodyPr/>
                    <a:lstStyle/>
                    <a:p>
                      <a:pPr lvl="0">
                        <a:buNone/>
                      </a:pPr>
                      <a:r>
                        <a:rPr lang="en-US" sz="1400"/>
                        <a:t>Status</a:t>
                      </a:r>
                    </a:p>
                  </a:txBody>
                  <a:tcPr/>
                </a:tc>
                <a:tc>
                  <a:txBody>
                    <a:bodyPr/>
                    <a:lstStyle/>
                    <a:p>
                      <a:r>
                        <a:rPr lang="en-US" sz="1400"/>
                        <a:t>Metric</a:t>
                      </a:r>
                    </a:p>
                  </a:txBody>
                  <a:tcPr/>
                </a:tc>
                <a:tc>
                  <a:txBody>
                    <a:bodyPr/>
                    <a:lstStyle/>
                    <a:p>
                      <a:r>
                        <a:rPr lang="en-US" sz="1400"/>
                        <a:t>Units</a:t>
                      </a:r>
                    </a:p>
                  </a:txBody>
                  <a:tcPr/>
                </a:tc>
                <a:tc>
                  <a:txBody>
                    <a:bodyPr/>
                    <a:lstStyle/>
                    <a:p>
                      <a:pPr lvl="0">
                        <a:buNone/>
                      </a:pPr>
                      <a:r>
                        <a:rPr lang="en-US" sz="1400"/>
                        <a:t>Acceptable Values</a:t>
                      </a:r>
                    </a:p>
                  </a:txBody>
                  <a:tcPr/>
                </a:tc>
                <a:tc>
                  <a:txBody>
                    <a:bodyPr/>
                    <a:lstStyle/>
                    <a:p>
                      <a:pPr lvl="0">
                        <a:buNone/>
                      </a:pPr>
                      <a:r>
                        <a:rPr lang="en-US" sz="1400"/>
                        <a:t>Calculated Values</a:t>
                      </a:r>
                    </a:p>
                  </a:txBody>
                  <a:tcPr/>
                </a:tc>
                <a:extLst>
                  <a:ext uri="{0D108BD9-81ED-4DB2-BD59-A6C34878D82A}">
                    <a16:rowId xmlns:a16="http://schemas.microsoft.com/office/drawing/2014/main" val="186470399"/>
                  </a:ext>
                </a:extLst>
              </a:tr>
              <a:tr h="577195">
                <a:tc>
                  <a:txBody>
                    <a:bodyPr/>
                    <a:lstStyle/>
                    <a:p>
                      <a:pPr lvl="0">
                        <a:buNone/>
                      </a:pPr>
                      <a:r>
                        <a:rPr lang="en-US" sz="1600"/>
                        <a:t>F</a:t>
                      </a:r>
                    </a:p>
                  </a:txBody>
                  <a:tcPr/>
                </a:tc>
                <a:tc>
                  <a:txBody>
                    <a:bodyPr/>
                    <a:lstStyle/>
                    <a:p>
                      <a:pPr lvl="0">
                        <a:buNone/>
                      </a:pPr>
                      <a:r>
                        <a:rPr lang="en-US" sz="1600"/>
                        <a:t>Angular Velocity</a:t>
                      </a:r>
                    </a:p>
                  </a:txBody>
                  <a:tcPr/>
                </a:tc>
                <a:tc>
                  <a:txBody>
                    <a:bodyPr/>
                    <a:lstStyle/>
                    <a:p>
                      <a:pPr lvl="0">
                        <a:buNone/>
                      </a:pPr>
                      <a:r>
                        <a:rPr lang="en-US" sz="1600"/>
                        <a:t>rad/s</a:t>
                      </a:r>
                    </a:p>
                  </a:txBody>
                  <a:tcPr/>
                </a:tc>
                <a:tc>
                  <a:txBody>
                    <a:bodyPr/>
                    <a:lstStyle/>
                    <a:p>
                      <a:pPr lvl="0">
                        <a:buNone/>
                      </a:pPr>
                      <a:r>
                        <a:rPr lang="en-US" sz="1600"/>
                        <a:t>0.0017&lt;x&lt;0.017</a:t>
                      </a:r>
                    </a:p>
                  </a:txBody>
                  <a:tcPr/>
                </a:tc>
                <a:tc>
                  <a:txBody>
                    <a:bodyPr/>
                    <a:lstStyle/>
                    <a:p>
                      <a:pPr lvl="0">
                        <a:buNone/>
                      </a:pPr>
                      <a:r>
                        <a:rPr lang="en-US" sz="1600"/>
                        <a:t>0.0183 </a:t>
                      </a:r>
                    </a:p>
                  </a:txBody>
                  <a:tcPr/>
                </a:tc>
                <a:extLst>
                  <a:ext uri="{0D108BD9-81ED-4DB2-BD59-A6C34878D82A}">
                    <a16:rowId xmlns:a16="http://schemas.microsoft.com/office/drawing/2014/main" val="4197687084"/>
                  </a:ext>
                </a:extLst>
              </a:tr>
              <a:tr h="577195">
                <a:tc>
                  <a:txBody>
                    <a:bodyPr/>
                    <a:lstStyle/>
                    <a:p>
                      <a:pPr lvl="0">
                        <a:buNone/>
                      </a:pPr>
                      <a:r>
                        <a:rPr lang="en-US" sz="1600"/>
                        <a:t>F</a:t>
                      </a:r>
                    </a:p>
                  </a:txBody>
                  <a:tcPr/>
                </a:tc>
                <a:tc>
                  <a:txBody>
                    <a:bodyPr/>
                    <a:lstStyle/>
                    <a:p>
                      <a:pPr lvl="0">
                        <a:buNone/>
                      </a:pPr>
                      <a:r>
                        <a:rPr lang="en-US" sz="1600"/>
                        <a:t>Pointing Accuracy</a:t>
                      </a:r>
                    </a:p>
                  </a:txBody>
                  <a:tcPr/>
                </a:tc>
                <a:tc>
                  <a:txBody>
                    <a:bodyPr/>
                    <a:lstStyle/>
                    <a:p>
                      <a:pPr lvl="0">
                        <a:buNone/>
                      </a:pPr>
                      <a:r>
                        <a:rPr lang="en-US" sz="1600"/>
                        <a:t>Degrees</a:t>
                      </a:r>
                    </a:p>
                  </a:txBody>
                  <a:tcPr/>
                </a:tc>
                <a:tc>
                  <a:txBody>
                    <a:bodyPr/>
                    <a:lstStyle/>
                    <a:p>
                      <a:pPr lvl="0">
                        <a:buNone/>
                      </a:pPr>
                      <a:r>
                        <a:rPr lang="en-US" sz="1600"/>
                        <a:t>0.1&lt;x&lt;1</a:t>
                      </a:r>
                    </a:p>
                  </a:txBody>
                  <a:tcPr/>
                </a:tc>
                <a:tc>
                  <a:txBody>
                    <a:bodyPr/>
                    <a:lstStyle/>
                    <a:p>
                      <a:pPr lvl="0">
                        <a:buNone/>
                      </a:pPr>
                      <a:r>
                        <a:rPr lang="en-US" sz="1600"/>
                        <a:t>0.8662</a:t>
                      </a:r>
                    </a:p>
                  </a:txBody>
                  <a:tcPr/>
                </a:tc>
                <a:extLst>
                  <a:ext uri="{0D108BD9-81ED-4DB2-BD59-A6C34878D82A}">
                    <a16:rowId xmlns:a16="http://schemas.microsoft.com/office/drawing/2014/main" val="3243451856"/>
                  </a:ext>
                </a:extLst>
              </a:tr>
              <a:tr h="796133">
                <a:tc>
                  <a:txBody>
                    <a:bodyPr/>
                    <a:lstStyle/>
                    <a:p>
                      <a:r>
                        <a:rPr lang="en-US" sz="1600"/>
                        <a:t>F</a:t>
                      </a:r>
                    </a:p>
                    <a:p>
                      <a:pPr lvl="0">
                        <a:buNone/>
                      </a:pPr>
                      <a:endParaRPr lang="en-US" sz="1600"/>
                    </a:p>
                  </a:txBody>
                  <a:tcPr/>
                </a:tc>
                <a:tc>
                  <a:txBody>
                    <a:bodyPr/>
                    <a:lstStyle/>
                    <a:p>
                      <a:pPr lvl="0">
                        <a:buNone/>
                      </a:pPr>
                      <a:r>
                        <a:rPr lang="en-US" sz="1600"/>
                        <a:t>Rotating Accuracy</a:t>
                      </a:r>
                    </a:p>
                  </a:txBody>
                  <a:tcPr/>
                </a:tc>
                <a:tc>
                  <a:txBody>
                    <a:bodyPr/>
                    <a:lstStyle/>
                    <a:p>
                      <a:pPr lvl="0">
                        <a:buNone/>
                      </a:pPr>
                      <a:r>
                        <a:rPr lang="en-US" sz="1600"/>
                        <a:t>milliradians</a:t>
                      </a:r>
                    </a:p>
                  </a:txBody>
                  <a:tcPr/>
                </a:tc>
                <a:tc>
                  <a:txBody>
                    <a:bodyPr/>
                    <a:lstStyle/>
                    <a:p>
                      <a:pPr lvl="0">
                        <a:buNone/>
                      </a:pPr>
                      <a:r>
                        <a:rPr lang="en-US" sz="1600" b="0" i="0" u="none" strike="noStrike" noProof="0">
                          <a:solidFill>
                            <a:srgbClr val="000000"/>
                          </a:solidFill>
                          <a:latin typeface="Calibri"/>
                        </a:rPr>
                        <a:t>0.1&lt;x&lt;1</a:t>
                      </a:r>
                      <a:endParaRPr lang="en-US" sz="1600"/>
                    </a:p>
                  </a:txBody>
                  <a:tcPr/>
                </a:tc>
                <a:tc>
                  <a:txBody>
                    <a:bodyPr/>
                    <a:lstStyle/>
                    <a:p>
                      <a:pPr lvl="0">
                        <a:buNone/>
                      </a:pPr>
                      <a:r>
                        <a:rPr lang="en-US" sz="1600" b="0" i="0" u="none" strike="noStrike" noProof="0">
                          <a:solidFill>
                            <a:srgbClr val="000000"/>
                          </a:solidFill>
                          <a:latin typeface="Calibri"/>
                        </a:rPr>
                        <a:t>0.228 </a:t>
                      </a:r>
                    </a:p>
                  </a:txBody>
                  <a:tcPr/>
                </a:tc>
                <a:extLst>
                  <a:ext uri="{0D108BD9-81ED-4DB2-BD59-A6C34878D82A}">
                    <a16:rowId xmlns:a16="http://schemas.microsoft.com/office/drawing/2014/main" val="2422563501"/>
                  </a:ext>
                </a:extLst>
              </a:tr>
              <a:tr h="796133">
                <a:tc>
                  <a:txBody>
                    <a:bodyPr/>
                    <a:lstStyle/>
                    <a:p>
                      <a:pPr lvl="0">
                        <a:buNone/>
                      </a:pPr>
                      <a:r>
                        <a:rPr lang="en-US" sz="1600"/>
                        <a:t>F</a:t>
                      </a:r>
                    </a:p>
                  </a:txBody>
                  <a:tcPr/>
                </a:tc>
                <a:tc>
                  <a:txBody>
                    <a:bodyPr/>
                    <a:lstStyle/>
                    <a:p>
                      <a:pPr lvl="0">
                        <a:buNone/>
                      </a:pPr>
                      <a:r>
                        <a:rPr lang="en-US" sz="1600"/>
                        <a:t>Power Consumption (Reaction Wheels)</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Calibri"/>
                        </a:rPr>
                        <a:t>Watts</a:t>
                      </a:r>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Calibri"/>
                        </a:rPr>
                        <a:t>x&lt;6</a:t>
                      </a:r>
                      <a:endParaRPr lang="en-US" sz="1600"/>
                    </a:p>
                  </a:txBody>
                  <a:tcPr/>
                </a:tc>
                <a:tc>
                  <a:txBody>
                    <a:bodyPr/>
                    <a:lstStyle/>
                    <a:p>
                      <a:pPr lvl="0" algn="l">
                        <a:lnSpc>
                          <a:spcPct val="100000"/>
                        </a:lnSpc>
                        <a:spcBef>
                          <a:spcPts val="0"/>
                        </a:spcBef>
                        <a:spcAft>
                          <a:spcPts val="0"/>
                        </a:spcAft>
                        <a:buNone/>
                      </a:pPr>
                      <a:r>
                        <a:rPr lang="en-US" sz="1600" b="0" i="0" u="none" strike="noStrike" noProof="0">
                          <a:solidFill>
                            <a:srgbClr val="000000"/>
                          </a:solidFill>
                          <a:latin typeface="Calibri"/>
                        </a:rPr>
                        <a:t>4 </a:t>
                      </a:r>
                    </a:p>
                  </a:txBody>
                  <a:tcPr/>
                </a:tc>
                <a:extLst>
                  <a:ext uri="{0D108BD9-81ED-4DB2-BD59-A6C34878D82A}">
                    <a16:rowId xmlns:a16="http://schemas.microsoft.com/office/drawing/2014/main" val="819335093"/>
                  </a:ext>
                </a:extLst>
              </a:tr>
              <a:tr h="796133">
                <a:tc>
                  <a:txBody>
                    <a:bodyPr/>
                    <a:lstStyle/>
                    <a:p>
                      <a:r>
                        <a:rPr lang="en-US" sz="1600"/>
                        <a:t>F</a:t>
                      </a:r>
                    </a:p>
                  </a:txBody>
                  <a:tcPr/>
                </a:tc>
                <a:tc>
                  <a:txBody>
                    <a:bodyPr/>
                    <a:lstStyle/>
                    <a:p>
                      <a:r>
                        <a:rPr lang="en-US" sz="1600"/>
                        <a:t>Operational Temperature Range</a:t>
                      </a:r>
                    </a:p>
                  </a:txBody>
                  <a:tcPr/>
                </a:tc>
                <a:tc>
                  <a:txBody>
                    <a:bodyPr/>
                    <a:lstStyle/>
                    <a:p>
                      <a:pPr lvl="0">
                        <a:buNone/>
                      </a:pPr>
                      <a:r>
                        <a:rPr lang="en-US" sz="1600"/>
                        <a:t>Celsius</a:t>
                      </a:r>
                    </a:p>
                  </a:txBody>
                  <a:tcPr/>
                </a:tc>
                <a:tc>
                  <a:txBody>
                    <a:bodyPr/>
                    <a:lstStyle/>
                    <a:p>
                      <a:pPr lvl="0">
                        <a:buNone/>
                      </a:pPr>
                      <a:r>
                        <a:rPr lang="en-US" sz="1600"/>
                        <a:t>-40&lt;x&lt;85</a:t>
                      </a:r>
                    </a:p>
                  </a:txBody>
                  <a:tcPr/>
                </a:tc>
                <a:tc>
                  <a:txBody>
                    <a:bodyPr/>
                    <a:lstStyle/>
                    <a:p>
                      <a:pPr lvl="0">
                        <a:buNone/>
                      </a:pPr>
                      <a:endParaRPr lang="en-US" sz="1600"/>
                    </a:p>
                  </a:txBody>
                  <a:tcPr/>
                </a:tc>
                <a:extLst>
                  <a:ext uri="{0D108BD9-81ED-4DB2-BD59-A6C34878D82A}">
                    <a16:rowId xmlns:a16="http://schemas.microsoft.com/office/drawing/2014/main" val="1241531213"/>
                  </a:ext>
                </a:extLst>
              </a:tr>
              <a:tr h="497582">
                <a:tc>
                  <a:txBody>
                    <a:bodyPr/>
                    <a:lstStyle/>
                    <a:p>
                      <a:r>
                        <a:rPr lang="en-US" sz="1600"/>
                        <a:t>F</a:t>
                      </a:r>
                    </a:p>
                  </a:txBody>
                  <a:tcPr/>
                </a:tc>
                <a:tc>
                  <a:txBody>
                    <a:bodyPr/>
                    <a:lstStyle/>
                    <a:p>
                      <a:pPr lvl="0">
                        <a:buNone/>
                      </a:pPr>
                      <a:r>
                        <a:rPr lang="en-US" sz="1600"/>
                        <a:t>Cost</a:t>
                      </a:r>
                    </a:p>
                  </a:txBody>
                  <a:tcPr/>
                </a:tc>
                <a:tc>
                  <a:txBody>
                    <a:bodyPr/>
                    <a:lstStyle/>
                    <a:p>
                      <a:pPr lvl="0">
                        <a:buNone/>
                      </a:pPr>
                      <a:r>
                        <a:rPr lang="en-US" sz="1600"/>
                        <a:t>Dollars</a:t>
                      </a:r>
                    </a:p>
                  </a:txBody>
                  <a:tcPr/>
                </a:tc>
                <a:tc>
                  <a:txBody>
                    <a:bodyPr/>
                    <a:lstStyle/>
                    <a:p>
                      <a:pPr lvl="0">
                        <a:buNone/>
                      </a:pPr>
                      <a:r>
                        <a:rPr lang="en-US" sz="1600"/>
                        <a:t>x&lt;1500</a:t>
                      </a:r>
                    </a:p>
                  </a:txBody>
                  <a:tcPr/>
                </a:tc>
                <a:tc>
                  <a:txBody>
                    <a:bodyPr/>
                    <a:lstStyle/>
                    <a:p>
                      <a:pPr lvl="0">
                        <a:buNone/>
                      </a:pPr>
                      <a:r>
                        <a:rPr lang="en-US" sz="1600"/>
                        <a:t>1013.54</a:t>
                      </a:r>
                    </a:p>
                  </a:txBody>
                  <a:tcPr/>
                </a:tc>
                <a:extLst>
                  <a:ext uri="{0D108BD9-81ED-4DB2-BD59-A6C34878D82A}">
                    <a16:rowId xmlns:a16="http://schemas.microsoft.com/office/drawing/2014/main" val="531625313"/>
                  </a:ext>
                </a:extLst>
              </a:tr>
              <a:tr h="497582">
                <a:tc>
                  <a:txBody>
                    <a:bodyPr/>
                    <a:lstStyle/>
                    <a:p>
                      <a:pPr lvl="0">
                        <a:buNone/>
                      </a:pPr>
                      <a:r>
                        <a:rPr lang="en-US" sz="1600"/>
                        <a:t>F</a:t>
                      </a:r>
                    </a:p>
                  </a:txBody>
                  <a:tcPr/>
                </a:tc>
                <a:tc>
                  <a:txBody>
                    <a:bodyPr/>
                    <a:lstStyle/>
                    <a:p>
                      <a:pPr lvl="0">
                        <a:buNone/>
                      </a:pPr>
                      <a:r>
                        <a:rPr lang="en-US" sz="1600"/>
                        <a:t>Weight</a:t>
                      </a:r>
                    </a:p>
                  </a:txBody>
                  <a:tcPr/>
                </a:tc>
                <a:tc>
                  <a:txBody>
                    <a:bodyPr/>
                    <a:lstStyle/>
                    <a:p>
                      <a:pPr lvl="0">
                        <a:buNone/>
                      </a:pPr>
                      <a:r>
                        <a:rPr lang="en-US" sz="1600"/>
                        <a:t>Grams</a:t>
                      </a:r>
                    </a:p>
                  </a:txBody>
                  <a:tcPr/>
                </a:tc>
                <a:tc>
                  <a:txBody>
                    <a:bodyPr/>
                    <a:lstStyle/>
                    <a:p>
                      <a:pPr lvl="0">
                        <a:buNone/>
                      </a:pPr>
                      <a:r>
                        <a:rPr lang="en-US" sz="1600"/>
                        <a:t>x&lt;2500</a:t>
                      </a:r>
                    </a:p>
                  </a:txBody>
                  <a:tcPr/>
                </a:tc>
                <a:tc>
                  <a:txBody>
                    <a:bodyPr/>
                    <a:lstStyle/>
                    <a:p>
                      <a:pPr lvl="0">
                        <a:buNone/>
                      </a:pPr>
                      <a:r>
                        <a:rPr lang="en-US" sz="1600"/>
                        <a:t>628</a:t>
                      </a:r>
                    </a:p>
                  </a:txBody>
                  <a:tcPr/>
                </a:tc>
                <a:extLst>
                  <a:ext uri="{0D108BD9-81ED-4DB2-BD59-A6C34878D82A}">
                    <a16:rowId xmlns:a16="http://schemas.microsoft.com/office/drawing/2014/main" val="1169161293"/>
                  </a:ext>
                </a:extLst>
              </a:tr>
            </a:tbl>
          </a:graphicData>
        </a:graphic>
      </p:graphicFrame>
    </p:spTree>
    <p:extLst>
      <p:ext uri="{BB962C8B-B14F-4D97-AF65-F5344CB8AC3E}">
        <p14:creationId xmlns:p14="http://schemas.microsoft.com/office/powerpoint/2010/main" val="171877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525457" y="957023"/>
            <a:ext cx="9591180" cy="1666789"/>
          </a:xfrm>
        </p:spPr>
        <p:txBody>
          <a:bodyPr>
            <a:normAutofit/>
          </a:bodyPr>
          <a:lstStyle/>
          <a:p>
            <a:r>
              <a:rPr lang="en-US">
                <a:solidFill>
                  <a:srgbClr val="002060"/>
                </a:solidFill>
              </a:rPr>
              <a:t>Actuators </a:t>
            </a:r>
            <a:endParaRPr lang="en-US">
              <a:solidFill>
                <a:srgbClr val="002060"/>
              </a:solidFill>
              <a:ea typeface="Calibri Light"/>
              <a:cs typeface="Calibri Light"/>
            </a:endParaRPr>
          </a:p>
        </p:txBody>
      </p:sp>
      <p:sp>
        <p:nvSpPr>
          <p:cNvPr id="5" name="Subtitle 4">
            <a:extLst>
              <a:ext uri="{FF2B5EF4-FFF2-40B4-BE49-F238E27FC236}">
                <a16:creationId xmlns:a16="http://schemas.microsoft.com/office/drawing/2014/main" id="{D5FE6E84-7598-2A09-4414-17DC767C18D0}"/>
              </a:ext>
            </a:extLst>
          </p:cNvPr>
          <p:cNvSpPr>
            <a:spLocks noGrp="1"/>
          </p:cNvSpPr>
          <p:nvPr>
            <p:ph type="subTitle" idx="1"/>
          </p:nvPr>
        </p:nvSpPr>
        <p:spPr>
          <a:xfrm>
            <a:off x="1524000" y="3426984"/>
            <a:ext cx="9144000" cy="1655762"/>
          </a:xfrm>
        </p:spPr>
        <p:txBody>
          <a:bodyPr vert="horz" lIns="91440" tIns="45720" rIns="91440" bIns="45720" rtlCol="0" anchor="t">
            <a:normAutofit/>
          </a:bodyPr>
          <a:lstStyle/>
          <a:p>
            <a:r>
              <a:rPr lang="en-US">
                <a:ea typeface="Calibri"/>
                <a:cs typeface="Calibri"/>
              </a:rPr>
              <a:t>Reaction Wheels</a:t>
            </a:r>
          </a:p>
          <a:p>
            <a:r>
              <a:rPr lang="en-US">
                <a:ea typeface="Calibri"/>
                <a:cs typeface="Calibri"/>
              </a:rPr>
              <a:t>Magnetorquer</a:t>
            </a:r>
          </a:p>
        </p:txBody>
      </p:sp>
      <p:sp>
        <p:nvSpPr>
          <p:cNvPr id="7" name="Slide Number Placeholder 3">
            <a:extLst>
              <a:ext uri="{FF2B5EF4-FFF2-40B4-BE49-F238E27FC236}">
                <a16:creationId xmlns:a16="http://schemas.microsoft.com/office/drawing/2014/main" id="{40706A19-F129-EC63-121A-850A532D9F37}"/>
              </a:ext>
            </a:extLst>
          </p:cNvPr>
          <p:cNvSpPr>
            <a:spLocks noGrp="1"/>
          </p:cNvSpPr>
          <p:nvPr>
            <p:ph type="sldNum" sz="quarter" idx="12"/>
          </p:nvPr>
        </p:nvSpPr>
        <p:spPr>
          <a:xfrm>
            <a:off x="92467" y="6325528"/>
            <a:ext cx="382928" cy="365125"/>
          </a:xfrm>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637098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Reaction Wheel</a:t>
            </a:r>
            <a:endParaRPr lang="en-US" sz="3600"/>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414678" cy="365125"/>
          </a:xfrm>
        </p:spPr>
        <p:txBody>
          <a:bodyPr/>
          <a:lstStyle/>
          <a:p>
            <a:fld id="{330EA680-D336-4FF7-8B7A-9848BB0A1C32}" type="slidenum">
              <a:rPr lang="en-US" smtClean="0"/>
              <a:t>23</a:t>
            </a:fld>
            <a:endParaRPr lang="en-US"/>
          </a:p>
        </p:txBody>
      </p:sp>
      <p:pic>
        <p:nvPicPr>
          <p:cNvPr id="7" name="Picture 6" descr="A blue and grey metal frame with blue objects on it&#10;&#10;Description automatically generated">
            <a:extLst>
              <a:ext uri="{FF2B5EF4-FFF2-40B4-BE49-F238E27FC236}">
                <a16:creationId xmlns:a16="http://schemas.microsoft.com/office/drawing/2014/main" id="{12653AE3-EE7F-593B-AEDF-AB83F3443A8A}"/>
              </a:ext>
            </a:extLst>
          </p:cNvPr>
          <p:cNvPicPr>
            <a:picLocks noChangeAspect="1"/>
          </p:cNvPicPr>
          <p:nvPr/>
        </p:nvPicPr>
        <p:blipFill>
          <a:blip r:embed="rId4"/>
          <a:srcRect l="18262" t="459" r="17373" b="4913"/>
          <a:stretch/>
        </p:blipFill>
        <p:spPr>
          <a:xfrm>
            <a:off x="10295731" y="87340"/>
            <a:ext cx="1892216" cy="3929781"/>
          </a:xfrm>
          <a:prstGeom prst="rect">
            <a:avLst/>
          </a:prstGeom>
        </p:spPr>
      </p:pic>
      <p:sp>
        <p:nvSpPr>
          <p:cNvPr id="9" name="Content Placeholder 8">
            <a:extLst>
              <a:ext uri="{FF2B5EF4-FFF2-40B4-BE49-F238E27FC236}">
                <a16:creationId xmlns:a16="http://schemas.microsoft.com/office/drawing/2014/main" id="{2F524B79-F74E-465C-52AF-91806B6F47DE}"/>
              </a:ext>
            </a:extLst>
          </p:cNvPr>
          <p:cNvSpPr>
            <a:spLocks noGrp="1"/>
          </p:cNvSpPr>
          <p:nvPr>
            <p:ph idx="1"/>
          </p:nvPr>
        </p:nvSpPr>
        <p:spPr>
          <a:xfrm>
            <a:off x="580768" y="1702058"/>
            <a:ext cx="10062520" cy="4361635"/>
          </a:xfrm>
        </p:spPr>
        <p:txBody>
          <a:bodyPr vert="horz" lIns="91440" tIns="45720" rIns="91440" bIns="45720" rtlCol="0" anchor="t">
            <a:normAutofit lnSpcReduction="10000"/>
          </a:bodyPr>
          <a:lstStyle/>
          <a:p>
            <a:r>
              <a:rPr lang="en-US" sz="2400">
                <a:solidFill>
                  <a:srgbClr val="002060"/>
                </a:solidFill>
                <a:ea typeface="Calibri"/>
                <a:cs typeface="Calibri"/>
              </a:rPr>
              <a:t>For precise control of the CubeSat’s orientation.</a:t>
            </a:r>
          </a:p>
          <a:p>
            <a:r>
              <a:rPr lang="en-US" sz="2400">
                <a:solidFill>
                  <a:srgbClr val="002060"/>
                </a:solidFill>
                <a:ea typeface="+mn-lt"/>
                <a:cs typeface="+mn-lt"/>
              </a:rPr>
              <a:t> Accelerating the motor in one direction accelerates the CubeSat in the opposite direction.</a:t>
            </a:r>
          </a:p>
          <a:p>
            <a:r>
              <a:rPr lang="en-US" sz="2400">
                <a:solidFill>
                  <a:srgbClr val="002060"/>
                </a:solidFill>
                <a:cs typeface="Calibri"/>
              </a:rPr>
              <a:t>All 4 motors will simultaneously work together but with different contributions. </a:t>
            </a:r>
            <a:endParaRPr lang="en-US"/>
          </a:p>
          <a:p>
            <a:pPr lvl="1"/>
            <a:r>
              <a:rPr lang="en-US" sz="2000">
                <a:solidFill>
                  <a:srgbClr val="002060"/>
                </a:solidFill>
                <a:ea typeface="Calibri"/>
                <a:cs typeface="Calibri"/>
              </a:rPr>
              <a:t>The control algorithm decide what the "optimal" way is to do that is.</a:t>
            </a:r>
          </a:p>
          <a:p>
            <a:r>
              <a:rPr lang="en-US" sz="2400">
                <a:solidFill>
                  <a:srgbClr val="002060"/>
                </a:solidFill>
                <a:ea typeface="Calibri"/>
                <a:cs typeface="Calibri"/>
              </a:rPr>
              <a:t>Will allow us to point our CubeSat with accuracy of 0.8662 degrees</a:t>
            </a:r>
            <a:endParaRPr lang="en-US" sz="2400">
              <a:solidFill>
                <a:srgbClr val="000000"/>
              </a:solidFill>
              <a:ea typeface="Calibri"/>
              <a:cs typeface="Calibri"/>
            </a:endParaRPr>
          </a:p>
          <a:p>
            <a:pPr lvl="1"/>
            <a:r>
              <a:rPr lang="en-US" sz="2000">
                <a:solidFill>
                  <a:srgbClr val="002060"/>
                </a:solidFill>
                <a:ea typeface="Calibri"/>
                <a:cs typeface="Calibri"/>
              </a:rPr>
              <a:t>See MATLAB code for pointing accuracy calculations</a:t>
            </a:r>
          </a:p>
          <a:p>
            <a:r>
              <a:rPr lang="en-US" sz="2400">
                <a:solidFill>
                  <a:srgbClr val="002060"/>
                </a:solidFill>
                <a:ea typeface="Calibri"/>
                <a:cs typeface="Calibri"/>
              </a:rPr>
              <a:t>Need to have pointing accuracy of at least 100m.</a:t>
            </a:r>
          </a:p>
          <a:p>
            <a:r>
              <a:rPr lang="en-US" sz="2400">
                <a:solidFill>
                  <a:srgbClr val="002060"/>
                </a:solidFill>
                <a:ea typeface="Calibri"/>
                <a:cs typeface="Calibri"/>
              </a:rPr>
              <a:t>Redundancy: In this configuration only 3 motors are required so if one goes out it will function the same.</a:t>
            </a:r>
            <a:endParaRPr lang="en-US" sz="2400">
              <a:solidFill>
                <a:srgbClr val="000000"/>
              </a:solidFill>
              <a:ea typeface="Calibri"/>
              <a:cs typeface="Calibri"/>
            </a:endParaRPr>
          </a:p>
          <a:p>
            <a:endParaRPr lang="en-US" sz="2400">
              <a:solidFill>
                <a:srgbClr val="002060"/>
              </a:solidFill>
              <a:ea typeface="Calibri"/>
              <a:cs typeface="Calibri"/>
            </a:endParaRPr>
          </a:p>
        </p:txBody>
      </p:sp>
    </p:spTree>
    <p:extLst>
      <p:ext uri="{BB962C8B-B14F-4D97-AF65-F5344CB8AC3E}">
        <p14:creationId xmlns:p14="http://schemas.microsoft.com/office/powerpoint/2010/main" val="212828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Reaction Wheel</a:t>
            </a:r>
            <a:endParaRPr lang="en-US" sz="3600"/>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414678" cy="365125"/>
          </a:xfrm>
        </p:spPr>
        <p:txBody>
          <a:bodyPr/>
          <a:lstStyle/>
          <a:p>
            <a:fld id="{330EA680-D336-4FF7-8B7A-9848BB0A1C32}" type="slidenum">
              <a:rPr lang="en-US" smtClean="0"/>
              <a:t>24</a:t>
            </a:fld>
            <a:endParaRPr lang="en-US"/>
          </a:p>
        </p:txBody>
      </p:sp>
      <p:pic>
        <p:nvPicPr>
          <p:cNvPr id="3" name="Picture 2" descr="A blue and grey object with round blue objects&#10;&#10;Description automatically generated">
            <a:extLst>
              <a:ext uri="{FF2B5EF4-FFF2-40B4-BE49-F238E27FC236}">
                <a16:creationId xmlns:a16="http://schemas.microsoft.com/office/drawing/2014/main" id="{1CF49D2A-0DDF-BB60-1B79-028AB536FCE9}"/>
              </a:ext>
            </a:extLst>
          </p:cNvPr>
          <p:cNvPicPr>
            <a:picLocks noChangeAspect="1"/>
          </p:cNvPicPr>
          <p:nvPr/>
        </p:nvPicPr>
        <p:blipFill>
          <a:blip r:embed="rId4"/>
          <a:stretch>
            <a:fillRect/>
          </a:stretch>
        </p:blipFill>
        <p:spPr>
          <a:xfrm>
            <a:off x="9625013" y="0"/>
            <a:ext cx="2562225" cy="1895475"/>
          </a:xfrm>
          <a:prstGeom prst="rect">
            <a:avLst/>
          </a:prstGeom>
        </p:spPr>
      </p:pic>
      <p:sp>
        <p:nvSpPr>
          <p:cNvPr id="7" name="TextBox 6">
            <a:extLst>
              <a:ext uri="{FF2B5EF4-FFF2-40B4-BE49-F238E27FC236}">
                <a16:creationId xmlns:a16="http://schemas.microsoft.com/office/drawing/2014/main" id="{7B5C9DD1-BAE5-C341-4032-85CDDDB8222F}"/>
              </a:ext>
            </a:extLst>
          </p:cNvPr>
          <p:cNvSpPr txBox="1"/>
          <p:nvPr/>
        </p:nvSpPr>
        <p:spPr>
          <a:xfrm>
            <a:off x="662873" y="1427410"/>
            <a:ext cx="757306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ea typeface="Calibri"/>
                <a:cs typeface="Calibri"/>
              </a:rPr>
              <a:t>Mass moment of inertia about y-axis of CubeSat:</a:t>
            </a:r>
          </a:p>
          <a:p>
            <a:endParaRPr lang="en-US" sz="2400">
              <a:solidFill>
                <a:srgbClr val="002060"/>
              </a:solidFill>
              <a:ea typeface="Calibri"/>
              <a:cs typeface="Calibri"/>
            </a:endParaRPr>
          </a:p>
        </p:txBody>
      </p:sp>
      <p:pic>
        <p:nvPicPr>
          <p:cNvPr id="5" name="Picture 4" descr="A screenshot of a computer&#10;&#10;Description automatically generated">
            <a:extLst>
              <a:ext uri="{FF2B5EF4-FFF2-40B4-BE49-F238E27FC236}">
                <a16:creationId xmlns:a16="http://schemas.microsoft.com/office/drawing/2014/main" id="{E97BE71B-BDBD-89D6-5CE2-E890DB9B7E32}"/>
              </a:ext>
            </a:extLst>
          </p:cNvPr>
          <p:cNvPicPr>
            <a:picLocks noChangeAspect="1"/>
          </p:cNvPicPr>
          <p:nvPr/>
        </p:nvPicPr>
        <p:blipFill>
          <a:blip r:embed="rId5"/>
          <a:stretch>
            <a:fillRect/>
          </a:stretch>
        </p:blipFill>
        <p:spPr>
          <a:xfrm>
            <a:off x="9872791" y="1962150"/>
            <a:ext cx="2066668" cy="4114800"/>
          </a:xfrm>
          <a:prstGeom prst="rect">
            <a:avLst/>
          </a:prstGeom>
        </p:spPr>
      </p:pic>
      <p:sp>
        <p:nvSpPr>
          <p:cNvPr id="11" name="TextBox 10">
            <a:extLst>
              <a:ext uri="{FF2B5EF4-FFF2-40B4-BE49-F238E27FC236}">
                <a16:creationId xmlns:a16="http://schemas.microsoft.com/office/drawing/2014/main" id="{45036ACE-ABF6-7F4A-82F3-72DEF15AB1EF}"/>
              </a:ext>
            </a:extLst>
          </p:cNvPr>
          <p:cNvSpPr txBox="1"/>
          <p:nvPr/>
        </p:nvSpPr>
        <p:spPr>
          <a:xfrm>
            <a:off x="500948" y="4265860"/>
            <a:ext cx="75730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2060"/>
                </a:solidFill>
                <a:ea typeface="Calibri"/>
                <a:cs typeface="Calibri"/>
              </a:rPr>
              <a:t>Max Torque when tracking point.</a:t>
            </a:r>
            <a:endParaRPr lang="en-US" sz="2400">
              <a:ea typeface="Calibri"/>
              <a:cs typeface="Calibri"/>
            </a:endParaRPr>
          </a:p>
        </p:txBody>
      </p:sp>
      <p:pic>
        <p:nvPicPr>
          <p:cNvPr id="14" name="Picture 13">
            <a:extLst>
              <a:ext uri="{FF2B5EF4-FFF2-40B4-BE49-F238E27FC236}">
                <a16:creationId xmlns:a16="http://schemas.microsoft.com/office/drawing/2014/main" id="{67E9E823-2EB1-B6E9-12DB-285811459F13}"/>
              </a:ext>
            </a:extLst>
          </p:cNvPr>
          <p:cNvPicPr>
            <a:picLocks noChangeAspect="1"/>
          </p:cNvPicPr>
          <p:nvPr/>
        </p:nvPicPr>
        <p:blipFill>
          <a:blip r:embed="rId6"/>
          <a:stretch>
            <a:fillRect/>
          </a:stretch>
        </p:blipFill>
        <p:spPr>
          <a:xfrm>
            <a:off x="838200" y="4719638"/>
            <a:ext cx="1524000" cy="466725"/>
          </a:xfrm>
          <a:prstGeom prst="rect">
            <a:avLst/>
          </a:prstGeom>
        </p:spPr>
      </p:pic>
      <p:sp>
        <p:nvSpPr>
          <p:cNvPr id="16" name="Rectangle 15">
            <a:extLst>
              <a:ext uri="{FF2B5EF4-FFF2-40B4-BE49-F238E27FC236}">
                <a16:creationId xmlns:a16="http://schemas.microsoft.com/office/drawing/2014/main" id="{ACAF3ED8-6D80-F575-59AF-4E155186A6E3}"/>
              </a:ext>
            </a:extLst>
          </p:cNvPr>
          <p:cNvSpPr/>
          <p:nvPr/>
        </p:nvSpPr>
        <p:spPr>
          <a:xfrm>
            <a:off x="9723764" y="5736734"/>
            <a:ext cx="2039493" cy="34799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math equations on a white background&#10;&#10;Description automatically generated">
            <a:extLst>
              <a:ext uri="{FF2B5EF4-FFF2-40B4-BE49-F238E27FC236}">
                <a16:creationId xmlns:a16="http://schemas.microsoft.com/office/drawing/2014/main" id="{DD67DD7F-6FE4-620F-E4C8-7FA9A9D0F74F}"/>
              </a:ext>
            </a:extLst>
          </p:cNvPr>
          <p:cNvPicPr>
            <a:picLocks noChangeAspect="1"/>
          </p:cNvPicPr>
          <p:nvPr/>
        </p:nvPicPr>
        <p:blipFill>
          <a:blip r:embed="rId7"/>
          <a:stretch>
            <a:fillRect/>
          </a:stretch>
        </p:blipFill>
        <p:spPr>
          <a:xfrm>
            <a:off x="1114425" y="1890713"/>
            <a:ext cx="2962275" cy="2362200"/>
          </a:xfrm>
          <a:prstGeom prst="rect">
            <a:avLst/>
          </a:prstGeom>
        </p:spPr>
      </p:pic>
      <p:pic>
        <p:nvPicPr>
          <p:cNvPr id="9" name="Picture 8">
            <a:extLst>
              <a:ext uri="{FF2B5EF4-FFF2-40B4-BE49-F238E27FC236}">
                <a16:creationId xmlns:a16="http://schemas.microsoft.com/office/drawing/2014/main" id="{AF10B70B-24C9-37AA-89BC-0F1D369467FD}"/>
              </a:ext>
            </a:extLst>
          </p:cNvPr>
          <p:cNvPicPr>
            <a:picLocks noChangeAspect="1"/>
          </p:cNvPicPr>
          <p:nvPr/>
        </p:nvPicPr>
        <p:blipFill>
          <a:blip r:embed="rId8"/>
          <a:stretch>
            <a:fillRect/>
          </a:stretch>
        </p:blipFill>
        <p:spPr>
          <a:xfrm>
            <a:off x="742950" y="5372100"/>
            <a:ext cx="7086600" cy="704850"/>
          </a:xfrm>
          <a:prstGeom prst="rect">
            <a:avLst/>
          </a:prstGeom>
        </p:spPr>
      </p:pic>
    </p:spTree>
    <p:extLst>
      <p:ext uri="{BB962C8B-B14F-4D97-AF65-F5344CB8AC3E}">
        <p14:creationId xmlns:p14="http://schemas.microsoft.com/office/powerpoint/2010/main" val="2363649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380645"/>
            <a:ext cx="10515600" cy="5118129"/>
          </a:xfrm>
        </p:spPr>
        <p:txBody>
          <a:bodyPr vert="horz" lIns="91440" tIns="45720" rIns="91440" bIns="45720" rtlCol="0" anchor="t">
            <a:normAutofit/>
          </a:bodyPr>
          <a:lstStyle/>
          <a:p>
            <a:pPr lvl="1"/>
            <a:r>
              <a:rPr lang="en-US">
                <a:solidFill>
                  <a:srgbClr val="002060"/>
                </a:solidFill>
              </a:rPr>
              <a:t>4- </a:t>
            </a:r>
            <a:r>
              <a:rPr lang="en-US">
                <a:solidFill>
                  <a:srgbClr val="002060"/>
                </a:solidFill>
                <a:latin typeface="Calibri"/>
                <a:ea typeface="Roboto"/>
                <a:cs typeface="Roboto"/>
              </a:rPr>
              <a:t>GBM4008H-150T Gimbal Motors </a:t>
            </a:r>
            <a:r>
              <a:rPr lang="en-US">
                <a:solidFill>
                  <a:srgbClr val="002060"/>
                </a:solidFill>
                <a:latin typeface="Calibri"/>
                <a:ea typeface="Roboto"/>
                <a:cs typeface="Calibri"/>
              </a:rPr>
              <a:t>112 g each</a:t>
            </a:r>
            <a:endParaRPr lang="en-US">
              <a:solidFill>
                <a:srgbClr val="002060"/>
              </a:solidFill>
              <a:latin typeface="Calibri"/>
              <a:ea typeface="Calibri"/>
              <a:cs typeface="Calibri"/>
            </a:endParaRPr>
          </a:p>
          <a:p>
            <a:pPr lvl="2"/>
            <a:r>
              <a:rPr lang="en-US">
                <a:solidFill>
                  <a:srgbClr val="002060"/>
                </a:solidFill>
                <a:latin typeface="Calibri"/>
                <a:ea typeface="Roboto"/>
                <a:cs typeface="Calibri"/>
              </a:rPr>
              <a:t>Max Torque 1.9 </a:t>
            </a:r>
            <a:r>
              <a:rPr lang="en-US" err="1">
                <a:solidFill>
                  <a:srgbClr val="002060"/>
                </a:solidFill>
                <a:latin typeface="Calibri"/>
                <a:ea typeface="Roboto"/>
                <a:cs typeface="Calibri"/>
              </a:rPr>
              <a:t>kgf</a:t>
            </a:r>
            <a:r>
              <a:rPr lang="en-US">
                <a:solidFill>
                  <a:srgbClr val="002060"/>
                </a:solidFill>
                <a:latin typeface="Calibri"/>
                <a:ea typeface="Roboto"/>
                <a:cs typeface="Calibri"/>
              </a:rPr>
              <a:t>-cm</a:t>
            </a:r>
          </a:p>
          <a:p>
            <a:pPr lvl="2"/>
            <a:r>
              <a:rPr lang="en-US">
                <a:solidFill>
                  <a:srgbClr val="002060"/>
                </a:solidFill>
                <a:latin typeface="Calibri"/>
                <a:ea typeface="Roboto"/>
                <a:cs typeface="Calibri"/>
              </a:rPr>
              <a:t>Voltage: 12V</a:t>
            </a:r>
          </a:p>
          <a:p>
            <a:pPr lvl="1"/>
            <a:r>
              <a:rPr lang="en-US">
                <a:solidFill>
                  <a:srgbClr val="002060"/>
                </a:solidFill>
                <a:ea typeface="Roboto"/>
                <a:cs typeface="Calibri"/>
              </a:rPr>
              <a:t>12- Hall Effect Sensors</a:t>
            </a:r>
          </a:p>
          <a:p>
            <a:pPr lvl="2"/>
            <a:r>
              <a:rPr lang="en-US">
                <a:solidFill>
                  <a:srgbClr val="002060"/>
                </a:solidFill>
                <a:latin typeface="Calibri"/>
                <a:ea typeface="Roboto"/>
                <a:cs typeface="Arial"/>
              </a:rPr>
              <a:t>10.909 degrees between each sensor</a:t>
            </a:r>
            <a:endParaRPr lang="en-US">
              <a:solidFill>
                <a:srgbClr val="002060"/>
              </a:solidFill>
              <a:latin typeface="Calibri"/>
              <a:ea typeface="Roboto"/>
              <a:cs typeface="Calibri"/>
            </a:endParaRPr>
          </a:p>
          <a:p>
            <a:pPr lvl="1"/>
            <a:r>
              <a:rPr lang="en-US">
                <a:solidFill>
                  <a:srgbClr val="002060"/>
                </a:solidFill>
                <a:latin typeface="Calibri"/>
                <a:ea typeface="Calibri"/>
                <a:cs typeface="Calibri"/>
              </a:rPr>
              <a:t>4- </a:t>
            </a:r>
            <a:r>
              <a:rPr lang="en-US">
                <a:solidFill>
                  <a:srgbClr val="002060"/>
                </a:solidFill>
                <a:ea typeface="+mn-lt"/>
                <a:cs typeface="+mn-lt"/>
              </a:rPr>
              <a:t>MCT8315Z0HRRYR Brushless Motor Drivers </a:t>
            </a:r>
            <a:endParaRPr lang="en-US">
              <a:solidFill>
                <a:srgbClr val="002060"/>
              </a:solidFill>
              <a:latin typeface="Calibri"/>
              <a:ea typeface="+mn-lt"/>
              <a:cs typeface="Calibri"/>
            </a:endParaRPr>
          </a:p>
          <a:p>
            <a:pPr lvl="2"/>
            <a:r>
              <a:rPr lang="en-US">
                <a:solidFill>
                  <a:srgbClr val="002060"/>
                </a:solidFill>
                <a:latin typeface="Calibri"/>
                <a:ea typeface="Calibri"/>
                <a:cs typeface="Calibri"/>
              </a:rPr>
              <a:t>Operating Temp: -40C to 125C</a:t>
            </a:r>
          </a:p>
          <a:p>
            <a:pPr lvl="2"/>
            <a:r>
              <a:rPr lang="en-US">
                <a:solidFill>
                  <a:srgbClr val="002060"/>
                </a:solidFill>
                <a:latin typeface="Calibri"/>
                <a:ea typeface="Calibri"/>
                <a:cs typeface="Calibri"/>
              </a:rPr>
              <a:t>Max PWM frequency: 200 kHz</a:t>
            </a:r>
          </a:p>
          <a:p>
            <a:pPr lvl="1"/>
            <a:r>
              <a:rPr lang="en-US">
                <a:solidFill>
                  <a:srgbClr val="002060"/>
                </a:solidFill>
                <a:latin typeface="Calibri"/>
                <a:ea typeface="Calibri"/>
                <a:cs typeface="Calibri"/>
              </a:rPr>
              <a:t>1- 6061 Aluminum Frame (Machined in house) 152 g</a:t>
            </a:r>
            <a:endParaRPr lang="en-US">
              <a:solidFill>
                <a:srgbClr val="002060"/>
              </a:solidFill>
              <a:ea typeface="Calibri"/>
              <a:cs typeface="Calibri"/>
            </a:endParaRPr>
          </a:p>
          <a:p>
            <a:pPr lvl="2"/>
            <a:r>
              <a:rPr lang="en-US">
                <a:solidFill>
                  <a:srgbClr val="002060"/>
                </a:solidFill>
                <a:latin typeface="Calibri"/>
                <a:ea typeface="Calibri"/>
                <a:cs typeface="Calibri"/>
              </a:rPr>
              <a:t>Operating Temp: -180C to 260C </a:t>
            </a:r>
          </a:p>
          <a:p>
            <a:pPr lvl="1"/>
            <a:r>
              <a:rPr lang="en-US">
                <a:solidFill>
                  <a:srgbClr val="002060"/>
                </a:solidFill>
                <a:latin typeface="Calibri"/>
                <a:ea typeface="Calibri"/>
                <a:cs typeface="Calibri"/>
              </a:rPr>
              <a:t>Key</a:t>
            </a:r>
            <a:r>
              <a:rPr lang="en-US">
                <a:solidFill>
                  <a:srgbClr val="002060"/>
                </a:solidFill>
              </a:rPr>
              <a:t> interfaces: Control Board, Power</a:t>
            </a:r>
            <a:endParaRPr lang="en-US">
              <a:solidFill>
                <a:srgbClr val="002060"/>
              </a:solidFill>
              <a:ea typeface="Calibri" panose="020F0502020204030204"/>
              <a:cs typeface="Calibri" panose="020F0502020204030204"/>
            </a:endParaRPr>
          </a:p>
          <a:p>
            <a:pPr lvl="1"/>
            <a:r>
              <a:rPr lang="en-US">
                <a:solidFill>
                  <a:srgbClr val="002060"/>
                </a:solidFill>
              </a:rPr>
              <a:t>Design margins: Max torque required 33mNm</a:t>
            </a:r>
            <a:endParaRPr lang="en-US">
              <a:solidFill>
                <a:srgbClr val="002060"/>
              </a:solidFill>
              <a:cs typeface="Calibri"/>
            </a:endParaRPr>
          </a:p>
          <a:p>
            <a:pPr lvl="2"/>
            <a:r>
              <a:rPr lang="en-US">
                <a:solidFill>
                  <a:srgbClr val="002060"/>
                </a:solidFill>
                <a:ea typeface="Calibri" panose="020F0502020204030204"/>
                <a:cs typeface="Calibri" panose="020F0502020204030204"/>
              </a:rPr>
              <a:t>Motor can provide 186mNm</a:t>
            </a:r>
          </a:p>
        </p:txBody>
      </p:sp>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 Reaction Wheel</a:t>
            </a:r>
            <a:endParaRPr lang="en-US" sz="3600"/>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435844" cy="365125"/>
          </a:xfrm>
        </p:spPr>
        <p:txBody>
          <a:bodyPr/>
          <a:lstStyle/>
          <a:p>
            <a:fld id="{330EA680-D336-4FF7-8B7A-9848BB0A1C32}" type="slidenum">
              <a:rPr lang="en-US" smtClean="0"/>
              <a:t>25</a:t>
            </a:fld>
            <a:endParaRPr lang="en-US"/>
          </a:p>
        </p:txBody>
      </p:sp>
      <p:pic>
        <p:nvPicPr>
          <p:cNvPr id="5" name="Picture 4" descr="A black round object with white text&#10;&#10;Description automatically generated">
            <a:extLst>
              <a:ext uri="{FF2B5EF4-FFF2-40B4-BE49-F238E27FC236}">
                <a16:creationId xmlns:a16="http://schemas.microsoft.com/office/drawing/2014/main" id="{E2479D0B-7DC3-EDF9-AE1E-63AE1257A2E3}"/>
              </a:ext>
            </a:extLst>
          </p:cNvPr>
          <p:cNvPicPr>
            <a:picLocks noChangeAspect="1"/>
          </p:cNvPicPr>
          <p:nvPr/>
        </p:nvPicPr>
        <p:blipFill>
          <a:blip r:embed="rId4"/>
          <a:stretch>
            <a:fillRect/>
          </a:stretch>
        </p:blipFill>
        <p:spPr>
          <a:xfrm>
            <a:off x="9970487" y="155103"/>
            <a:ext cx="2009775" cy="1457325"/>
          </a:xfrm>
          <a:prstGeom prst="rect">
            <a:avLst/>
          </a:prstGeom>
        </p:spPr>
      </p:pic>
      <p:pic>
        <p:nvPicPr>
          <p:cNvPr id="8" name="Picture 7" descr="A blue and grey cube with four blue wheels&#10;&#10;Description automatically generated">
            <a:extLst>
              <a:ext uri="{FF2B5EF4-FFF2-40B4-BE49-F238E27FC236}">
                <a16:creationId xmlns:a16="http://schemas.microsoft.com/office/drawing/2014/main" id="{697338F3-03F8-EBEE-845E-6E9A2A12F2E4}"/>
              </a:ext>
            </a:extLst>
          </p:cNvPr>
          <p:cNvPicPr>
            <a:picLocks noChangeAspect="1"/>
          </p:cNvPicPr>
          <p:nvPr/>
        </p:nvPicPr>
        <p:blipFill>
          <a:blip r:embed="rId5"/>
          <a:stretch>
            <a:fillRect/>
          </a:stretch>
        </p:blipFill>
        <p:spPr>
          <a:xfrm>
            <a:off x="8960733" y="3599921"/>
            <a:ext cx="2895600" cy="2390775"/>
          </a:xfrm>
          <a:prstGeom prst="rect">
            <a:avLst/>
          </a:prstGeom>
        </p:spPr>
      </p:pic>
      <p:pic>
        <p:nvPicPr>
          <p:cNvPr id="6" name="Picture 5">
            <a:extLst>
              <a:ext uri="{FF2B5EF4-FFF2-40B4-BE49-F238E27FC236}">
                <a16:creationId xmlns:a16="http://schemas.microsoft.com/office/drawing/2014/main" id="{16465909-0A9D-8C10-3817-4265F48E4A8E}"/>
              </a:ext>
            </a:extLst>
          </p:cNvPr>
          <p:cNvPicPr>
            <a:picLocks noChangeAspect="1"/>
          </p:cNvPicPr>
          <p:nvPr/>
        </p:nvPicPr>
        <p:blipFill>
          <a:blip r:embed="rId6"/>
          <a:stretch>
            <a:fillRect/>
          </a:stretch>
        </p:blipFill>
        <p:spPr>
          <a:xfrm>
            <a:off x="8479491" y="1604766"/>
            <a:ext cx="3495675" cy="1987195"/>
          </a:xfrm>
          <a:prstGeom prst="rect">
            <a:avLst/>
          </a:prstGeom>
        </p:spPr>
      </p:pic>
    </p:spTree>
    <p:extLst>
      <p:ext uri="{BB962C8B-B14F-4D97-AF65-F5344CB8AC3E}">
        <p14:creationId xmlns:p14="http://schemas.microsoft.com/office/powerpoint/2010/main" val="1121307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Light"/>
                <a:cs typeface="Calibri Light"/>
              </a:rPr>
              <a:t>Magnetorquers</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1"/>
            <a:r>
              <a:rPr lang="en-US">
                <a:solidFill>
                  <a:srgbClr val="002060"/>
                </a:solidFill>
                <a:ea typeface="+mn-lt"/>
                <a:cs typeface="+mn-lt"/>
              </a:rPr>
              <a:t>Used for momentum dumping and detumbling using the Earth's magnetic field.</a:t>
            </a:r>
            <a:endParaRPr lang="en-US">
              <a:solidFill>
                <a:srgbClr val="002060"/>
              </a:solidFill>
              <a:ea typeface="Calibri"/>
              <a:cs typeface="Calibri"/>
            </a:endParaRPr>
          </a:p>
          <a:p>
            <a:pPr lvl="1"/>
            <a:r>
              <a:rPr lang="en-US">
                <a:solidFill>
                  <a:srgbClr val="002060"/>
                </a:solidFill>
                <a:ea typeface="+mn-lt"/>
                <a:cs typeface="+mn-lt"/>
              </a:rPr>
              <a:t>Electromagnets that interact with Earth’s magnetic field to produce a torque</a:t>
            </a:r>
            <a:endParaRPr lang="en-US">
              <a:solidFill>
                <a:srgbClr val="002060"/>
              </a:solidFill>
              <a:ea typeface="Calibri"/>
              <a:cs typeface="Calibri"/>
            </a:endParaRPr>
          </a:p>
          <a:p>
            <a:pPr marL="0" indent="0">
              <a:buNone/>
            </a:pPr>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6742" y="6335053"/>
            <a:ext cx="373403" cy="355600"/>
          </a:xfrm>
        </p:spPr>
        <p:txBody>
          <a:bodyPr/>
          <a:lstStyle/>
          <a:p>
            <a:fld id="{330EA680-D336-4FF7-8B7A-9848BB0A1C32}" type="slidenum">
              <a:rPr lang="en-US" smtClean="0"/>
              <a:t>26</a:t>
            </a:fld>
            <a:endParaRPr lang="en-US"/>
          </a:p>
        </p:txBody>
      </p:sp>
      <p:pic>
        <p:nvPicPr>
          <p:cNvPr id="6" name="Picture 5">
            <a:extLst>
              <a:ext uri="{FF2B5EF4-FFF2-40B4-BE49-F238E27FC236}">
                <a16:creationId xmlns:a16="http://schemas.microsoft.com/office/drawing/2014/main" id="{DCAE0F4F-0373-F8C5-45B9-0774C1E56F18}"/>
              </a:ext>
            </a:extLst>
          </p:cNvPr>
          <p:cNvPicPr>
            <a:picLocks noChangeAspect="1"/>
          </p:cNvPicPr>
          <p:nvPr/>
        </p:nvPicPr>
        <p:blipFill>
          <a:blip r:embed="rId4"/>
          <a:stretch>
            <a:fillRect/>
          </a:stretch>
        </p:blipFill>
        <p:spPr>
          <a:xfrm>
            <a:off x="9328253" y="3590846"/>
            <a:ext cx="2489929" cy="2326755"/>
          </a:xfrm>
          <a:prstGeom prst="rect">
            <a:avLst/>
          </a:prstGeom>
        </p:spPr>
      </p:pic>
      <p:pic>
        <p:nvPicPr>
          <p:cNvPr id="9" name="Picture 8" descr="A black text with black text&#10;&#10;Description automatically generated">
            <a:extLst>
              <a:ext uri="{FF2B5EF4-FFF2-40B4-BE49-F238E27FC236}">
                <a16:creationId xmlns:a16="http://schemas.microsoft.com/office/drawing/2014/main" id="{40A430C6-6216-2552-C690-CCE2B25244A8}"/>
              </a:ext>
            </a:extLst>
          </p:cNvPr>
          <p:cNvPicPr>
            <a:picLocks noChangeAspect="1"/>
          </p:cNvPicPr>
          <p:nvPr/>
        </p:nvPicPr>
        <p:blipFill>
          <a:blip r:embed="rId5"/>
          <a:stretch>
            <a:fillRect/>
          </a:stretch>
        </p:blipFill>
        <p:spPr>
          <a:xfrm>
            <a:off x="1652735" y="4075731"/>
            <a:ext cx="4895850" cy="676275"/>
          </a:xfrm>
          <a:prstGeom prst="rect">
            <a:avLst/>
          </a:prstGeom>
        </p:spPr>
      </p:pic>
      <p:pic>
        <p:nvPicPr>
          <p:cNvPr id="10" name="Picture 9" descr="A black text with a white background&#10;&#10;Description automatically generated">
            <a:extLst>
              <a:ext uri="{FF2B5EF4-FFF2-40B4-BE49-F238E27FC236}">
                <a16:creationId xmlns:a16="http://schemas.microsoft.com/office/drawing/2014/main" id="{5294A05F-A7AA-1417-9456-2727EDB18A00}"/>
              </a:ext>
            </a:extLst>
          </p:cNvPr>
          <p:cNvPicPr>
            <a:picLocks noChangeAspect="1"/>
          </p:cNvPicPr>
          <p:nvPr/>
        </p:nvPicPr>
        <p:blipFill>
          <a:blip r:embed="rId6"/>
          <a:stretch>
            <a:fillRect/>
          </a:stretch>
        </p:blipFill>
        <p:spPr>
          <a:xfrm>
            <a:off x="1649691" y="3091397"/>
            <a:ext cx="6096000" cy="663570"/>
          </a:xfrm>
          <a:prstGeom prst="rect">
            <a:avLst/>
          </a:prstGeom>
        </p:spPr>
      </p:pic>
    </p:spTree>
    <p:extLst>
      <p:ext uri="{BB962C8B-B14F-4D97-AF65-F5344CB8AC3E}">
        <p14:creationId xmlns:p14="http://schemas.microsoft.com/office/powerpoint/2010/main" val="1024818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pic>
        <p:nvPicPr>
          <p:cNvPr id="11" name="Content Placeholder 8">
            <a:extLst>
              <a:ext uri="{FF2B5EF4-FFF2-40B4-BE49-F238E27FC236}">
                <a16:creationId xmlns:a16="http://schemas.microsoft.com/office/drawing/2014/main" id="{C41919A1-1037-1FA5-4C68-8381B3F0DCC3}"/>
              </a:ext>
            </a:extLst>
          </p:cNvPr>
          <p:cNvPicPr>
            <a:picLocks noChangeAspect="1"/>
          </p:cNvPicPr>
          <p:nvPr/>
        </p:nvPicPr>
        <p:blipFill>
          <a:blip r:embed="rId4"/>
          <a:srcRect l="6000" t="1394" r="15309"/>
          <a:stretch/>
        </p:blipFill>
        <p:spPr>
          <a:xfrm>
            <a:off x="7688546" y="1258212"/>
            <a:ext cx="4501787" cy="4714889"/>
          </a:xfrm>
          <a:prstGeom prst="rect">
            <a:avLst/>
          </a:prstGeom>
        </p:spPr>
      </p:pic>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a:t>
            </a:r>
            <a:r>
              <a:rPr lang="en-US" sz="3600">
                <a:solidFill>
                  <a:srgbClr val="002060"/>
                </a:solidFill>
                <a:latin typeface="Calibri Light"/>
                <a:ea typeface="Calibri Light"/>
                <a:cs typeface="Calibri Light"/>
              </a:rPr>
              <a:t>- Magnetorquers</a:t>
            </a:r>
            <a:endParaRPr lang="en-US" sz="3600">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376005" y="1688215"/>
            <a:ext cx="9791075" cy="4637312"/>
          </a:xfrm>
        </p:spPr>
        <p:txBody>
          <a:bodyPr vert="horz" lIns="91440" tIns="45720" rIns="91440" bIns="45720" rtlCol="0" anchor="t">
            <a:normAutofit/>
          </a:bodyPr>
          <a:lstStyle/>
          <a:p>
            <a:pPr lvl="1"/>
            <a:r>
              <a:rPr lang="en-US">
                <a:solidFill>
                  <a:srgbClr val="002060"/>
                </a:solidFill>
                <a:ea typeface="Calibri"/>
                <a:cs typeface="Calibri"/>
              </a:rPr>
              <a:t>3 Magnetorquers</a:t>
            </a:r>
            <a:endParaRPr lang="en-US"/>
          </a:p>
          <a:p>
            <a:pPr lvl="2"/>
            <a:r>
              <a:rPr lang="en-US">
                <a:solidFill>
                  <a:srgbClr val="002060"/>
                </a:solidFill>
                <a:ea typeface="Calibri"/>
                <a:cs typeface="Calibri"/>
              </a:rPr>
              <a:t>2 X-Z on Solar Panel PCB</a:t>
            </a:r>
          </a:p>
          <a:p>
            <a:pPr lvl="2"/>
            <a:r>
              <a:rPr lang="en-US">
                <a:solidFill>
                  <a:srgbClr val="002060"/>
                </a:solidFill>
                <a:ea typeface="Calibri"/>
                <a:cs typeface="Calibri"/>
              </a:rPr>
              <a:t>2 Y-Z on Solar Panel PCB</a:t>
            </a:r>
          </a:p>
          <a:p>
            <a:pPr lvl="2"/>
            <a:r>
              <a:rPr lang="en-US">
                <a:solidFill>
                  <a:srgbClr val="002060"/>
                </a:solidFill>
              </a:rPr>
              <a:t>1 X-Y on Control PCB</a:t>
            </a:r>
            <a:endParaRPr lang="en-US">
              <a:solidFill>
                <a:srgbClr val="002060"/>
              </a:solidFill>
              <a:ea typeface="Calibri"/>
              <a:cs typeface="Calibri"/>
            </a:endParaRPr>
          </a:p>
          <a:p>
            <a:pPr lvl="1"/>
            <a:r>
              <a:rPr lang="en-US">
                <a:solidFill>
                  <a:srgbClr val="002060"/>
                </a:solidFill>
              </a:rPr>
              <a:t>Key interfaces: Control Board, Magnetometer</a:t>
            </a:r>
            <a:endParaRPr lang="en-US" err="1">
              <a:solidFill>
                <a:srgbClr val="002060"/>
              </a:solidFill>
              <a:cs typeface="Calibri"/>
            </a:endParaRPr>
          </a:p>
          <a:p>
            <a:pPr lvl="1"/>
            <a:r>
              <a:rPr lang="en-US">
                <a:solidFill>
                  <a:srgbClr val="002060"/>
                </a:solidFill>
              </a:rPr>
              <a:t>If one of the magnetorquers goes out we will have a pack up magnetorquer as well as the reaction wheels can step in and help</a:t>
            </a:r>
            <a:endParaRPr lang="en-US" err="1"/>
          </a:p>
          <a:p>
            <a:pPr lvl="1"/>
            <a:r>
              <a:rPr lang="en-US">
                <a:solidFill>
                  <a:srgbClr val="002060"/>
                </a:solidFill>
                <a:ea typeface="Calibri"/>
                <a:cs typeface="Calibri" panose="020F0502020204030204"/>
              </a:rPr>
              <a:t>Examples of it being done</a:t>
            </a:r>
          </a:p>
          <a:p>
            <a:pPr lvl="2"/>
            <a:r>
              <a:rPr lang="en-US">
                <a:solidFill>
                  <a:srgbClr val="002060"/>
                </a:solidFill>
                <a:ea typeface="Calibri"/>
                <a:cs typeface="Calibri" panose="020F0502020204030204"/>
                <a:hlinkClick r:id="rId5"/>
              </a:rPr>
              <a:t>Journal of Aerospace Engineering </a:t>
            </a:r>
            <a:endParaRPr lang="en-US">
              <a:solidFill>
                <a:srgbClr val="002060"/>
              </a:solidFill>
              <a:ea typeface="Calibri"/>
              <a:cs typeface="Calibri" panose="020F0502020204030204"/>
            </a:endParaRPr>
          </a:p>
          <a:p>
            <a:pPr lvl="2"/>
            <a:r>
              <a:rPr lang="en-US">
                <a:solidFill>
                  <a:srgbClr val="002060"/>
                </a:solidFill>
                <a:ea typeface="Calibri"/>
                <a:cs typeface="Calibri" panose="020F0502020204030204"/>
                <a:hlinkClick r:id="rId6"/>
              </a:rPr>
              <a:t>Acta Astronautica</a:t>
            </a:r>
            <a:endParaRPr lang="en-US">
              <a:solidFill>
                <a:srgbClr val="002060"/>
              </a:solidFill>
              <a:ea typeface="Calibri"/>
              <a:cs typeface="Calibri" panose="020F0502020204030204"/>
            </a:endParaRPr>
          </a:p>
          <a:p>
            <a:endParaRPr lang="en-US">
              <a:solidFill>
                <a:srgbClr val="002060"/>
              </a:solidFill>
              <a:ea typeface="Calibri"/>
              <a:cs typeface="Calibri" panose="020F0502020204030204"/>
            </a:endParaRPr>
          </a:p>
          <a:p>
            <a:endParaRPr lang="en-US">
              <a:solidFill>
                <a:srgbClr val="002060"/>
              </a:solidFill>
              <a:cs typeface="Calibri" panose="020F0502020204030204"/>
            </a:endParaRPr>
          </a:p>
          <a:p>
            <a:endParaRPr lang="en-US">
              <a:solidFill>
                <a:srgbClr val="002060"/>
              </a:solidFill>
              <a:ea typeface="Calibri"/>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393511" cy="365125"/>
          </a:xfrm>
        </p:spPr>
        <p:txBody>
          <a:bodyPr/>
          <a:lstStyle/>
          <a:p>
            <a:fld id="{330EA680-D336-4FF7-8B7A-9848BB0A1C32}" type="slidenum">
              <a:rPr lang="en-US" smtClean="0"/>
              <a:t>27</a:t>
            </a:fld>
            <a:endParaRPr lang="en-US"/>
          </a:p>
        </p:txBody>
      </p:sp>
      <p:cxnSp>
        <p:nvCxnSpPr>
          <p:cNvPr id="8" name="Straight Arrow Connector 7">
            <a:extLst>
              <a:ext uri="{FF2B5EF4-FFF2-40B4-BE49-F238E27FC236}">
                <a16:creationId xmlns:a16="http://schemas.microsoft.com/office/drawing/2014/main" id="{FD1E59E0-0EE3-D8D6-04B2-67FACAB3F37D}"/>
              </a:ext>
            </a:extLst>
          </p:cNvPr>
          <p:cNvCxnSpPr/>
          <p:nvPr/>
        </p:nvCxnSpPr>
        <p:spPr>
          <a:xfrm flipH="1">
            <a:off x="10829924" y="2805755"/>
            <a:ext cx="800615" cy="721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6C3B6214-CCEC-8E37-B183-32DD843E651F}"/>
              </a:ext>
            </a:extLst>
          </p:cNvPr>
          <p:cNvCxnSpPr>
            <a:cxnSpLocks/>
          </p:cNvCxnSpPr>
          <p:nvPr/>
        </p:nvCxnSpPr>
        <p:spPr>
          <a:xfrm>
            <a:off x="8905100" y="2816310"/>
            <a:ext cx="674476" cy="5436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6A6379DF-0896-9D6C-DB3F-0A7D1D6E5C1A}"/>
              </a:ext>
            </a:extLst>
          </p:cNvPr>
          <p:cNvSpPr txBox="1"/>
          <p:nvPr/>
        </p:nvSpPr>
        <p:spPr>
          <a:xfrm>
            <a:off x="10894425" y="2262874"/>
            <a:ext cx="143861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Magnetorquer on all 4 long sides</a:t>
            </a:r>
            <a:endParaRPr lang="en-US" sz="1600">
              <a:cs typeface="Calibri"/>
            </a:endParaRPr>
          </a:p>
        </p:txBody>
      </p:sp>
      <p:sp>
        <p:nvSpPr>
          <p:cNvPr id="7" name="TextBox 6">
            <a:extLst>
              <a:ext uri="{FF2B5EF4-FFF2-40B4-BE49-F238E27FC236}">
                <a16:creationId xmlns:a16="http://schemas.microsoft.com/office/drawing/2014/main" id="{F08AEB0B-F6A8-C4AF-D826-9EF459C8E68A}"/>
              </a:ext>
            </a:extLst>
          </p:cNvPr>
          <p:cNvSpPr txBox="1"/>
          <p:nvPr/>
        </p:nvSpPr>
        <p:spPr>
          <a:xfrm>
            <a:off x="8075024" y="2500998"/>
            <a:ext cx="15433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Magnetorquer</a:t>
            </a:r>
            <a:r>
              <a:rPr lang="en-US">
                <a:ea typeface="Calibri"/>
                <a:cs typeface="Calibri"/>
              </a:rPr>
              <a:t> </a:t>
            </a:r>
            <a:endParaRPr lang="en-US">
              <a:cs typeface="Calibri"/>
            </a:endParaRPr>
          </a:p>
        </p:txBody>
      </p:sp>
    </p:spTree>
    <p:extLst>
      <p:ext uri="{BB962C8B-B14F-4D97-AF65-F5344CB8AC3E}">
        <p14:creationId xmlns:p14="http://schemas.microsoft.com/office/powerpoint/2010/main" val="1515785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298916" y="1162969"/>
            <a:ext cx="9591180" cy="1491736"/>
          </a:xfrm>
        </p:spPr>
        <p:txBody>
          <a:bodyPr>
            <a:normAutofit/>
          </a:bodyPr>
          <a:lstStyle/>
          <a:p>
            <a:r>
              <a:rPr lang="en-US">
                <a:solidFill>
                  <a:srgbClr val="002060"/>
                </a:solidFill>
              </a:rPr>
              <a:t>Sensors</a:t>
            </a:r>
            <a:endParaRPr lang="en-US"/>
          </a:p>
        </p:txBody>
      </p:sp>
      <p:sp>
        <p:nvSpPr>
          <p:cNvPr id="5" name="Subtitle 4">
            <a:extLst>
              <a:ext uri="{FF2B5EF4-FFF2-40B4-BE49-F238E27FC236}">
                <a16:creationId xmlns:a16="http://schemas.microsoft.com/office/drawing/2014/main" id="{D5FE6E84-7598-2A09-4414-17DC767C18D0}"/>
              </a:ext>
            </a:extLst>
          </p:cNvPr>
          <p:cNvSpPr>
            <a:spLocks noGrp="1"/>
          </p:cNvSpPr>
          <p:nvPr>
            <p:ph type="subTitle" idx="1"/>
          </p:nvPr>
        </p:nvSpPr>
        <p:spPr>
          <a:xfrm>
            <a:off x="4444999" y="3426984"/>
            <a:ext cx="3302001" cy="2290761"/>
          </a:xfrm>
        </p:spPr>
        <p:txBody>
          <a:bodyPr vert="horz" lIns="91440" tIns="45720" rIns="91440" bIns="45720" rtlCol="0" anchor="t">
            <a:noAutofit/>
          </a:bodyPr>
          <a:lstStyle/>
          <a:p>
            <a:r>
              <a:rPr lang="en-US" sz="2800">
                <a:ea typeface="Calibri"/>
                <a:cs typeface="Calibri"/>
              </a:rPr>
              <a:t>IMU</a:t>
            </a:r>
          </a:p>
          <a:p>
            <a:r>
              <a:rPr lang="en-US" sz="2800">
                <a:ea typeface="Calibri"/>
                <a:cs typeface="Calibri"/>
              </a:rPr>
              <a:t>Magnetometer</a:t>
            </a:r>
          </a:p>
          <a:p>
            <a:r>
              <a:rPr lang="en-US" sz="2800">
                <a:ea typeface="Calibri"/>
                <a:cs typeface="Calibri"/>
              </a:rPr>
              <a:t>Star Tracker</a:t>
            </a:r>
          </a:p>
          <a:p>
            <a:r>
              <a:rPr lang="en-US" sz="2800">
                <a:ea typeface="Calibri"/>
                <a:cs typeface="Calibri"/>
              </a:rPr>
              <a:t>Sun Sensors</a:t>
            </a:r>
          </a:p>
        </p:txBody>
      </p:sp>
      <p:sp>
        <p:nvSpPr>
          <p:cNvPr id="4" name="Slide Number Placeholder 3">
            <a:extLst>
              <a:ext uri="{FF2B5EF4-FFF2-40B4-BE49-F238E27FC236}">
                <a16:creationId xmlns:a16="http://schemas.microsoft.com/office/drawing/2014/main" id="{1AA574A0-D5F7-56D8-B847-FC19B82BF91C}"/>
              </a:ext>
            </a:extLst>
          </p:cNvPr>
          <p:cNvSpPr>
            <a:spLocks noGrp="1"/>
          </p:cNvSpPr>
          <p:nvPr>
            <p:ph type="sldNum" sz="quarter" idx="12"/>
          </p:nvPr>
        </p:nvSpPr>
        <p:spPr>
          <a:xfrm>
            <a:off x="92467" y="6325528"/>
            <a:ext cx="340594" cy="365125"/>
          </a:xfrm>
        </p:spPr>
        <p:txBody>
          <a:bodyPr/>
          <a:lstStyle/>
          <a:p>
            <a:fld id="{330EA680-D336-4FF7-8B7A-9848BB0A1C32}" type="slidenum">
              <a:rPr lang="en-US" smtClean="0"/>
              <a:t>28</a:t>
            </a:fld>
            <a:endParaRPr lang="en-US"/>
          </a:p>
        </p:txBody>
      </p:sp>
      <p:pic>
        <p:nvPicPr>
          <p:cNvPr id="3" name="Picture 2" descr="14-LGA">
            <a:extLst>
              <a:ext uri="{FF2B5EF4-FFF2-40B4-BE49-F238E27FC236}">
                <a16:creationId xmlns:a16="http://schemas.microsoft.com/office/drawing/2014/main" id="{B0EFA7BC-F158-B97B-7D8A-402C2564D806}"/>
              </a:ext>
            </a:extLst>
          </p:cNvPr>
          <p:cNvPicPr>
            <a:picLocks noChangeAspect="1"/>
          </p:cNvPicPr>
          <p:nvPr/>
        </p:nvPicPr>
        <p:blipFill>
          <a:blip r:embed="rId4"/>
          <a:stretch>
            <a:fillRect/>
          </a:stretch>
        </p:blipFill>
        <p:spPr>
          <a:xfrm>
            <a:off x="561975" y="228600"/>
            <a:ext cx="2743200" cy="2743200"/>
          </a:xfrm>
          <a:prstGeom prst="rect">
            <a:avLst/>
          </a:prstGeom>
        </p:spPr>
      </p:pic>
      <p:pic>
        <p:nvPicPr>
          <p:cNvPr id="6" name="Picture 5" descr="12-LGA (2x2)">
            <a:extLst>
              <a:ext uri="{FF2B5EF4-FFF2-40B4-BE49-F238E27FC236}">
                <a16:creationId xmlns:a16="http://schemas.microsoft.com/office/drawing/2014/main" id="{712FA774-4BE0-70B9-E34F-021FFC673B94}"/>
              </a:ext>
            </a:extLst>
          </p:cNvPr>
          <p:cNvPicPr>
            <a:picLocks noChangeAspect="1"/>
          </p:cNvPicPr>
          <p:nvPr/>
        </p:nvPicPr>
        <p:blipFill>
          <a:blip r:embed="rId5"/>
          <a:stretch>
            <a:fillRect/>
          </a:stretch>
        </p:blipFill>
        <p:spPr>
          <a:xfrm>
            <a:off x="647700" y="2886075"/>
            <a:ext cx="2743200" cy="2743200"/>
          </a:xfrm>
          <a:prstGeom prst="rect">
            <a:avLst/>
          </a:prstGeom>
        </p:spPr>
      </p:pic>
      <p:pic>
        <p:nvPicPr>
          <p:cNvPr id="7" name="Picture 6" descr="6-SMD">
            <a:extLst>
              <a:ext uri="{FF2B5EF4-FFF2-40B4-BE49-F238E27FC236}">
                <a16:creationId xmlns:a16="http://schemas.microsoft.com/office/drawing/2014/main" id="{5D6A4B6A-0D98-2972-192A-7B818F446F10}"/>
              </a:ext>
            </a:extLst>
          </p:cNvPr>
          <p:cNvPicPr>
            <a:picLocks noChangeAspect="1"/>
          </p:cNvPicPr>
          <p:nvPr/>
        </p:nvPicPr>
        <p:blipFill>
          <a:blip r:embed="rId6"/>
          <a:stretch>
            <a:fillRect/>
          </a:stretch>
        </p:blipFill>
        <p:spPr>
          <a:xfrm>
            <a:off x="8943975" y="142875"/>
            <a:ext cx="2743200" cy="2743200"/>
          </a:xfrm>
          <a:prstGeom prst="rect">
            <a:avLst/>
          </a:prstGeom>
        </p:spPr>
      </p:pic>
      <p:pic>
        <p:nvPicPr>
          <p:cNvPr id="8" name="Picture 7" descr="B0067NEW 2">
            <a:extLst>
              <a:ext uri="{FF2B5EF4-FFF2-40B4-BE49-F238E27FC236}">
                <a16:creationId xmlns:a16="http://schemas.microsoft.com/office/drawing/2014/main" id="{BC6531F1-2CE1-080E-FFE4-1F881153867B}"/>
              </a:ext>
            </a:extLst>
          </p:cNvPr>
          <p:cNvPicPr>
            <a:picLocks noChangeAspect="1"/>
          </p:cNvPicPr>
          <p:nvPr/>
        </p:nvPicPr>
        <p:blipFill>
          <a:blip r:embed="rId7"/>
          <a:stretch>
            <a:fillRect/>
          </a:stretch>
        </p:blipFill>
        <p:spPr>
          <a:xfrm>
            <a:off x="8715375" y="2971800"/>
            <a:ext cx="2743200" cy="2743200"/>
          </a:xfrm>
          <a:prstGeom prst="rect">
            <a:avLst/>
          </a:prstGeom>
        </p:spPr>
      </p:pic>
      <p:sp>
        <p:nvSpPr>
          <p:cNvPr id="9" name="TextBox 8">
            <a:extLst>
              <a:ext uri="{FF2B5EF4-FFF2-40B4-BE49-F238E27FC236}">
                <a16:creationId xmlns:a16="http://schemas.microsoft.com/office/drawing/2014/main" id="{F5380C25-BA29-FDA9-60D3-1F06CFD396A9}"/>
              </a:ext>
            </a:extLst>
          </p:cNvPr>
          <p:cNvSpPr txBox="1"/>
          <p:nvPr/>
        </p:nvSpPr>
        <p:spPr>
          <a:xfrm>
            <a:off x="643466" y="2763308"/>
            <a:ext cx="2709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IMU</a:t>
            </a:r>
            <a:endParaRPr lang="en-US"/>
          </a:p>
        </p:txBody>
      </p:sp>
      <p:sp>
        <p:nvSpPr>
          <p:cNvPr id="10" name="TextBox 9">
            <a:extLst>
              <a:ext uri="{FF2B5EF4-FFF2-40B4-BE49-F238E27FC236}">
                <a16:creationId xmlns:a16="http://schemas.microsoft.com/office/drawing/2014/main" id="{A97044C4-D4FF-64C2-FF32-8A7263738E42}"/>
              </a:ext>
            </a:extLst>
          </p:cNvPr>
          <p:cNvSpPr txBox="1"/>
          <p:nvPr/>
        </p:nvSpPr>
        <p:spPr>
          <a:xfrm>
            <a:off x="920750" y="5397500"/>
            <a:ext cx="24024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Magnetometer</a:t>
            </a:r>
            <a:endParaRPr lang="en-US"/>
          </a:p>
        </p:txBody>
      </p:sp>
      <p:sp>
        <p:nvSpPr>
          <p:cNvPr id="11" name="TextBox 10">
            <a:extLst>
              <a:ext uri="{FF2B5EF4-FFF2-40B4-BE49-F238E27FC236}">
                <a16:creationId xmlns:a16="http://schemas.microsoft.com/office/drawing/2014/main" id="{77C3319D-C487-076B-D4AC-9A4434BD225C}"/>
              </a:ext>
            </a:extLst>
          </p:cNvPr>
          <p:cNvSpPr txBox="1"/>
          <p:nvPr/>
        </p:nvSpPr>
        <p:spPr>
          <a:xfrm>
            <a:off x="9059333" y="2444750"/>
            <a:ext cx="26246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Sun Sensor</a:t>
            </a:r>
            <a:endParaRPr lang="en-US"/>
          </a:p>
        </p:txBody>
      </p:sp>
      <p:sp>
        <p:nvSpPr>
          <p:cNvPr id="12" name="TextBox 11">
            <a:extLst>
              <a:ext uri="{FF2B5EF4-FFF2-40B4-BE49-F238E27FC236}">
                <a16:creationId xmlns:a16="http://schemas.microsoft.com/office/drawing/2014/main" id="{7467F045-2AB4-19AB-B100-FFB4C85A717C}"/>
              </a:ext>
            </a:extLst>
          </p:cNvPr>
          <p:cNvSpPr txBox="1"/>
          <p:nvPr/>
        </p:nvSpPr>
        <p:spPr>
          <a:xfrm>
            <a:off x="8784166" y="5841999"/>
            <a:ext cx="30585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Star Tracker</a:t>
            </a:r>
          </a:p>
          <a:p>
            <a:endParaRPr lang="en-US">
              <a:cs typeface="Calibri"/>
            </a:endParaRPr>
          </a:p>
        </p:txBody>
      </p:sp>
    </p:spTree>
    <p:extLst>
      <p:ext uri="{BB962C8B-B14F-4D97-AF65-F5344CB8AC3E}">
        <p14:creationId xmlns:p14="http://schemas.microsoft.com/office/powerpoint/2010/main" val="2189994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a:t>
            </a:r>
            <a:r>
              <a:rPr lang="en-US" sz="3600">
                <a:solidFill>
                  <a:srgbClr val="002060"/>
                </a:solidFill>
                <a:latin typeface="Calibri Light"/>
                <a:ea typeface="Calibri Light"/>
                <a:cs typeface="Calibri Light"/>
              </a:rPr>
              <a:t>- Sensors</a:t>
            </a:r>
            <a:endParaRPr lang="en-US" sz="3600">
              <a:solidFill>
                <a:srgbClr val="002060"/>
              </a:solidFill>
              <a:ea typeface="Calibri Light"/>
              <a:cs typeface="Calibri Light"/>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29</a:t>
            </a:fld>
            <a:endParaRPr lang="en-US"/>
          </a:p>
        </p:txBody>
      </p:sp>
      <p:pic>
        <p:nvPicPr>
          <p:cNvPr id="9" name="Content Placeholder 8">
            <a:extLst>
              <a:ext uri="{FF2B5EF4-FFF2-40B4-BE49-F238E27FC236}">
                <a16:creationId xmlns:a16="http://schemas.microsoft.com/office/drawing/2014/main" id="{5D52AB60-538C-4897-796A-FE67275DBD5F}"/>
              </a:ext>
            </a:extLst>
          </p:cNvPr>
          <p:cNvPicPr>
            <a:picLocks noGrp="1" noChangeAspect="1"/>
          </p:cNvPicPr>
          <p:nvPr>
            <p:ph idx="1"/>
          </p:nvPr>
        </p:nvPicPr>
        <p:blipFill>
          <a:blip r:embed="rId4"/>
          <a:stretch>
            <a:fillRect/>
          </a:stretch>
        </p:blipFill>
        <p:spPr>
          <a:xfrm>
            <a:off x="3611846" y="1286669"/>
            <a:ext cx="5720784" cy="4781550"/>
          </a:xfrm>
        </p:spPr>
      </p:pic>
      <p:cxnSp>
        <p:nvCxnSpPr>
          <p:cNvPr id="10" name="Straight Arrow Connector 9">
            <a:extLst>
              <a:ext uri="{FF2B5EF4-FFF2-40B4-BE49-F238E27FC236}">
                <a16:creationId xmlns:a16="http://schemas.microsoft.com/office/drawing/2014/main" id="{7D7DF060-2ADD-D6B6-A489-A70D7BAED06C}"/>
              </a:ext>
            </a:extLst>
          </p:cNvPr>
          <p:cNvCxnSpPr/>
          <p:nvPr/>
        </p:nvCxnSpPr>
        <p:spPr>
          <a:xfrm flipH="1">
            <a:off x="7105650" y="2647950"/>
            <a:ext cx="962025" cy="4381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09931EF8-3528-2307-194A-FC7D5261D53D}"/>
              </a:ext>
            </a:extLst>
          </p:cNvPr>
          <p:cNvCxnSpPr>
            <a:cxnSpLocks/>
          </p:cNvCxnSpPr>
          <p:nvPr/>
        </p:nvCxnSpPr>
        <p:spPr>
          <a:xfrm flipV="1">
            <a:off x="5400675" y="2152650"/>
            <a:ext cx="1019175" cy="6286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02F70AA6-21BE-5440-1AE2-CC77BCBEFD8E}"/>
              </a:ext>
            </a:extLst>
          </p:cNvPr>
          <p:cNvCxnSpPr>
            <a:cxnSpLocks/>
          </p:cNvCxnSpPr>
          <p:nvPr/>
        </p:nvCxnSpPr>
        <p:spPr>
          <a:xfrm>
            <a:off x="4467225" y="3495675"/>
            <a:ext cx="1438275" cy="190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20D3E755-4F0B-1028-B128-879FFC537669}"/>
              </a:ext>
            </a:extLst>
          </p:cNvPr>
          <p:cNvSpPr txBox="1"/>
          <p:nvPr/>
        </p:nvSpPr>
        <p:spPr>
          <a:xfrm>
            <a:off x="4106105" y="2561273"/>
            <a:ext cx="13603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Star Tracker</a:t>
            </a:r>
            <a:endParaRPr lang="en-US"/>
          </a:p>
        </p:txBody>
      </p:sp>
      <p:sp>
        <p:nvSpPr>
          <p:cNvPr id="14" name="TextBox 13">
            <a:extLst>
              <a:ext uri="{FF2B5EF4-FFF2-40B4-BE49-F238E27FC236}">
                <a16:creationId xmlns:a16="http://schemas.microsoft.com/office/drawing/2014/main" id="{90D680B0-E764-7D29-2CF9-6057C5695340}"/>
              </a:ext>
            </a:extLst>
          </p:cNvPr>
          <p:cNvSpPr txBox="1"/>
          <p:nvPr/>
        </p:nvSpPr>
        <p:spPr>
          <a:xfrm>
            <a:off x="3477455" y="3170872"/>
            <a:ext cx="18746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IMU x2</a:t>
            </a:r>
          </a:p>
          <a:p>
            <a:r>
              <a:rPr lang="en-US">
                <a:cs typeface="Calibri"/>
              </a:rPr>
              <a:t>Magnetometer x2</a:t>
            </a:r>
          </a:p>
        </p:txBody>
      </p:sp>
      <p:sp>
        <p:nvSpPr>
          <p:cNvPr id="15" name="TextBox 14">
            <a:extLst>
              <a:ext uri="{FF2B5EF4-FFF2-40B4-BE49-F238E27FC236}">
                <a16:creationId xmlns:a16="http://schemas.microsoft.com/office/drawing/2014/main" id="{1E5AC4B9-9BD1-EDF8-E75B-DB41DCABC44B}"/>
              </a:ext>
            </a:extLst>
          </p:cNvPr>
          <p:cNvSpPr txBox="1"/>
          <p:nvPr/>
        </p:nvSpPr>
        <p:spPr>
          <a:xfrm>
            <a:off x="8106605" y="2437447"/>
            <a:ext cx="1569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Sun Sensor x4</a:t>
            </a:r>
            <a:endParaRPr lang="en-US"/>
          </a:p>
        </p:txBody>
      </p:sp>
    </p:spTree>
    <p:extLst>
      <p:ext uri="{BB962C8B-B14F-4D97-AF65-F5344CB8AC3E}">
        <p14:creationId xmlns:p14="http://schemas.microsoft.com/office/powerpoint/2010/main" val="1099004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a:t>
            </a:r>
            <a:r>
              <a:rPr lang="en-US" sz="3600">
                <a:solidFill>
                  <a:srgbClr val="002060"/>
                </a:solidFill>
                <a:latin typeface="Calibri Light"/>
                <a:ea typeface="Calibri Light"/>
                <a:cs typeface="Calibri Light"/>
              </a:rPr>
              <a:t>- Sensors</a:t>
            </a:r>
            <a:endParaRPr lang="en-US" sz="3600">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742497"/>
            <a:ext cx="10524259" cy="4583030"/>
          </a:xfrm>
        </p:spPr>
        <p:txBody>
          <a:bodyPr vert="horz" lIns="91440" tIns="45720" rIns="91440" bIns="45720" rtlCol="0" anchor="t">
            <a:normAutofit fontScale="92500" lnSpcReduction="20000"/>
          </a:bodyPr>
          <a:lstStyle/>
          <a:p>
            <a:pPr lvl="1"/>
            <a:r>
              <a:rPr lang="en-US">
                <a:solidFill>
                  <a:srgbClr val="002060"/>
                </a:solidFill>
                <a:ea typeface="Calibri"/>
                <a:cs typeface="Calibri"/>
              </a:rPr>
              <a:t>Star Tracker: </a:t>
            </a:r>
            <a:r>
              <a:rPr lang="en-US">
                <a:solidFill>
                  <a:srgbClr val="002060"/>
                </a:solidFill>
                <a:ea typeface="+mn-lt"/>
                <a:cs typeface="+mn-lt"/>
              </a:rPr>
              <a:t>For high-precision attitude determination using star fields</a:t>
            </a:r>
            <a:endParaRPr lang="en-US">
              <a:solidFill>
                <a:srgbClr val="002060"/>
              </a:solidFill>
              <a:ea typeface="Calibri"/>
              <a:cs typeface="Calibri"/>
            </a:endParaRPr>
          </a:p>
          <a:p>
            <a:pPr lvl="2"/>
            <a:r>
              <a:rPr lang="en-US">
                <a:solidFill>
                  <a:srgbClr val="002060"/>
                </a:solidFill>
                <a:ea typeface="Calibri"/>
                <a:cs typeface="Calibri"/>
              </a:rPr>
              <a:t>40 deg lens</a:t>
            </a:r>
            <a:endParaRPr lang="en-US">
              <a:solidFill>
                <a:srgbClr val="000000"/>
              </a:solidFill>
              <a:ea typeface="Calibri"/>
              <a:cs typeface="Calibri"/>
            </a:endParaRPr>
          </a:p>
          <a:p>
            <a:pPr lvl="2"/>
            <a:r>
              <a:rPr lang="en-US">
                <a:solidFill>
                  <a:srgbClr val="002060"/>
                </a:solidFill>
                <a:ea typeface="Calibri"/>
                <a:cs typeface="Calibri"/>
              </a:rPr>
              <a:t>2MP Image Sensor</a:t>
            </a:r>
          </a:p>
          <a:p>
            <a:pPr lvl="2"/>
            <a:r>
              <a:rPr lang="en-US">
                <a:solidFill>
                  <a:srgbClr val="002060"/>
                </a:solidFill>
                <a:ea typeface="Calibri"/>
                <a:cs typeface="Calibri"/>
              </a:rPr>
              <a:t>Operating Temp: –10C  to 55C</a:t>
            </a:r>
          </a:p>
          <a:p>
            <a:pPr lvl="2"/>
            <a:r>
              <a:rPr lang="en-US">
                <a:solidFill>
                  <a:srgbClr val="002060"/>
                </a:solidFill>
                <a:ea typeface="Calibri"/>
                <a:cs typeface="Calibri"/>
              </a:rPr>
              <a:t>Goal update every 250ms (4Hz)</a:t>
            </a:r>
            <a:endParaRPr lang="en-US">
              <a:solidFill>
                <a:srgbClr val="000000"/>
              </a:solidFill>
              <a:ea typeface="Calibri"/>
              <a:cs typeface="Calibri"/>
            </a:endParaRPr>
          </a:p>
          <a:p>
            <a:pPr lvl="1"/>
            <a:r>
              <a:rPr lang="en-US">
                <a:solidFill>
                  <a:srgbClr val="002060"/>
                </a:solidFill>
                <a:ea typeface="Calibri"/>
                <a:cs typeface="Calibri"/>
              </a:rPr>
              <a:t>4 Sun Sensors (</a:t>
            </a:r>
            <a:r>
              <a:rPr lang="en-US">
                <a:solidFill>
                  <a:srgbClr val="002060"/>
                </a:solidFill>
                <a:ea typeface="+mn-lt"/>
                <a:cs typeface="+mn-lt"/>
              </a:rPr>
              <a:t>K857PE)</a:t>
            </a:r>
            <a:r>
              <a:rPr lang="en-US">
                <a:solidFill>
                  <a:srgbClr val="002060"/>
                </a:solidFill>
                <a:ea typeface="Calibri"/>
                <a:cs typeface="Calibri"/>
              </a:rPr>
              <a:t>(Redundant): </a:t>
            </a:r>
            <a:r>
              <a:rPr lang="en-US">
                <a:solidFill>
                  <a:srgbClr val="002060"/>
                </a:solidFill>
                <a:ea typeface="+mn-lt"/>
                <a:cs typeface="+mn-lt"/>
              </a:rPr>
              <a:t>For determining the Sun's position</a:t>
            </a:r>
            <a:endParaRPr lang="en-US">
              <a:ea typeface="+mn-lt"/>
              <a:cs typeface="+mn-lt"/>
            </a:endParaRPr>
          </a:p>
          <a:p>
            <a:pPr lvl="2"/>
            <a:r>
              <a:rPr lang="en-US">
                <a:solidFill>
                  <a:srgbClr val="002060"/>
                </a:solidFill>
                <a:ea typeface="Calibri"/>
                <a:cs typeface="Calibri"/>
              </a:rPr>
              <a:t>One 4 quadrant photodiode on each long side of the CubeSat </a:t>
            </a:r>
          </a:p>
          <a:p>
            <a:pPr lvl="2"/>
            <a:r>
              <a:rPr lang="en-US">
                <a:solidFill>
                  <a:srgbClr val="002060"/>
                </a:solidFill>
                <a:ea typeface="Calibri"/>
                <a:cs typeface="Calibri"/>
              </a:rPr>
              <a:t>Operating Temp: –40C to 110C</a:t>
            </a:r>
            <a:endParaRPr lang="en-US"/>
          </a:p>
          <a:p>
            <a:pPr lvl="2"/>
            <a:r>
              <a:rPr lang="en-US">
                <a:solidFill>
                  <a:srgbClr val="002060"/>
                </a:solidFill>
                <a:ea typeface="Calibri"/>
                <a:cs typeface="Calibri"/>
              </a:rPr>
              <a:t>Max Frequency 1kHz</a:t>
            </a:r>
          </a:p>
          <a:p>
            <a:pPr lvl="1"/>
            <a:r>
              <a:rPr lang="en-US">
                <a:solidFill>
                  <a:srgbClr val="002060"/>
                </a:solidFill>
                <a:ea typeface="Calibri"/>
                <a:cs typeface="Calibri"/>
              </a:rPr>
              <a:t>IMU (</a:t>
            </a:r>
            <a:r>
              <a:rPr lang="en-US">
                <a:solidFill>
                  <a:srgbClr val="002060"/>
                </a:solidFill>
                <a:ea typeface="+mn-lt"/>
                <a:cs typeface="+mn-lt"/>
              </a:rPr>
              <a:t>LSM6DSOXTR): For measuring angular velocity and acceleration of CubeSat</a:t>
            </a:r>
          </a:p>
          <a:p>
            <a:pPr lvl="2"/>
            <a:r>
              <a:rPr lang="en-US">
                <a:solidFill>
                  <a:srgbClr val="002060"/>
                </a:solidFill>
                <a:ea typeface="Calibri"/>
                <a:cs typeface="Calibri"/>
              </a:rPr>
              <a:t>Operating Temp: -40C to 85C</a:t>
            </a:r>
          </a:p>
          <a:p>
            <a:pPr lvl="2"/>
            <a:r>
              <a:rPr lang="en-US">
                <a:solidFill>
                  <a:srgbClr val="002060"/>
                </a:solidFill>
                <a:ea typeface="Calibri"/>
                <a:cs typeface="Calibri"/>
              </a:rPr>
              <a:t>Max Frequency 6kHz</a:t>
            </a:r>
          </a:p>
          <a:p>
            <a:pPr lvl="1"/>
            <a:r>
              <a:rPr lang="en-US">
                <a:solidFill>
                  <a:srgbClr val="002060"/>
                </a:solidFill>
                <a:ea typeface="Calibri"/>
                <a:cs typeface="Calibri"/>
              </a:rPr>
              <a:t>Magnetometer (</a:t>
            </a:r>
            <a:r>
              <a:rPr lang="en-US">
                <a:solidFill>
                  <a:srgbClr val="002060"/>
                </a:solidFill>
                <a:ea typeface="+mn-lt"/>
                <a:cs typeface="+mn-lt"/>
              </a:rPr>
              <a:t>LIS3MDLTR</a:t>
            </a:r>
            <a:r>
              <a:rPr lang="en-US">
                <a:solidFill>
                  <a:srgbClr val="002060"/>
                </a:solidFill>
                <a:ea typeface="+mn-lt"/>
                <a:cs typeface="Calibri"/>
              </a:rPr>
              <a:t>): For measuring the Earth's magnetic field</a:t>
            </a:r>
            <a:br>
              <a:rPr lang="en-US" sz="600">
                <a:solidFill>
                  <a:srgbClr val="002060"/>
                </a:solidFill>
                <a:ea typeface="+mn-lt"/>
                <a:cs typeface="+mn-lt"/>
              </a:rPr>
            </a:br>
            <a:endParaRPr lang="en-US" sz="600">
              <a:solidFill>
                <a:srgbClr val="002060"/>
              </a:solidFill>
              <a:ea typeface="+mn-lt"/>
              <a:cs typeface="+mn-lt"/>
            </a:endParaRPr>
          </a:p>
          <a:p>
            <a:pPr lvl="2"/>
            <a:r>
              <a:rPr lang="en-US" sz="2200">
                <a:solidFill>
                  <a:srgbClr val="002060"/>
                </a:solidFill>
                <a:cs typeface="Calibri"/>
              </a:rPr>
              <a:t>Operating Temp: -40C to 85C</a:t>
            </a:r>
            <a:endParaRPr lang="en-US">
              <a:cs typeface="Calibri"/>
            </a:endParaRPr>
          </a:p>
          <a:p>
            <a:pPr lvl="2"/>
            <a:r>
              <a:rPr lang="en-US">
                <a:solidFill>
                  <a:srgbClr val="002060"/>
                </a:solidFill>
                <a:ea typeface="Calibri"/>
                <a:cs typeface="Calibri"/>
              </a:rPr>
              <a:t>Max Frequency 400Hz</a:t>
            </a:r>
          </a:p>
          <a:p>
            <a:pPr marL="457200" lvl="1" indent="0">
              <a:buNone/>
            </a:pPr>
            <a:endParaRPr lang="en-US" sz="1400">
              <a:solidFill>
                <a:srgbClr val="002060"/>
              </a:solidFill>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30</a:t>
            </a:fld>
            <a:endParaRPr lang="en-US"/>
          </a:p>
        </p:txBody>
      </p:sp>
      <p:sp>
        <p:nvSpPr>
          <p:cNvPr id="6" name="TextBox 5">
            <a:extLst>
              <a:ext uri="{FF2B5EF4-FFF2-40B4-BE49-F238E27FC236}">
                <a16:creationId xmlns:a16="http://schemas.microsoft.com/office/drawing/2014/main" id="{78AA2EFD-E3B4-10F8-9743-CA2F6A216934}"/>
              </a:ext>
            </a:extLst>
          </p:cNvPr>
          <p:cNvSpPr txBox="1"/>
          <p:nvPr/>
        </p:nvSpPr>
        <p:spPr>
          <a:xfrm>
            <a:off x="8464346" y="176266"/>
            <a:ext cx="36101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2060"/>
                </a:solidFill>
                <a:ea typeface="Calibri"/>
                <a:cs typeface="Calibri"/>
              </a:rPr>
              <a:t>Industry Standard Frequency: 100Hz </a:t>
            </a:r>
            <a:endParaRPr lang="en-US">
              <a:solidFill>
                <a:srgbClr val="002060"/>
              </a:solidFill>
              <a:cs typeface="Calibri"/>
            </a:endParaRPr>
          </a:p>
        </p:txBody>
      </p:sp>
    </p:spTree>
    <p:extLst>
      <p:ext uri="{BB962C8B-B14F-4D97-AF65-F5344CB8AC3E}">
        <p14:creationId xmlns:p14="http://schemas.microsoft.com/office/powerpoint/2010/main" val="721114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Control System </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381000" y="1673224"/>
            <a:ext cx="10515600" cy="4652303"/>
          </a:xfrm>
        </p:spPr>
        <p:txBody>
          <a:bodyPr vert="horz" lIns="91440" tIns="45720" rIns="91440" bIns="45720" rtlCol="0" anchor="t">
            <a:normAutofit/>
          </a:bodyPr>
          <a:lstStyle/>
          <a:p>
            <a:pPr lvl="2"/>
            <a:r>
              <a:rPr lang="en-US" sz="2400"/>
              <a:t>Linear Quadratic Regulator (LQR)</a:t>
            </a:r>
            <a:endParaRPr lang="en-US" sz="2400">
              <a:solidFill>
                <a:srgbClr val="000000"/>
              </a:solidFill>
              <a:cs typeface="Calibri"/>
            </a:endParaRPr>
          </a:p>
          <a:p>
            <a:pPr lvl="3"/>
            <a:r>
              <a:rPr lang="en-US" sz="2400">
                <a:solidFill>
                  <a:srgbClr val="000000"/>
                </a:solidFill>
                <a:cs typeface="Calibri"/>
              </a:rPr>
              <a:t>Goal is to minimize the cost function</a:t>
            </a:r>
            <a:endParaRPr lang="en-US" sz="2400">
              <a:solidFill>
                <a:srgbClr val="000000"/>
              </a:solidFill>
              <a:ea typeface="Calibri"/>
              <a:cs typeface="Calibri"/>
            </a:endParaRPr>
          </a:p>
          <a:p>
            <a:pPr lvl="3"/>
            <a:r>
              <a:rPr lang="en-US" sz="2400">
                <a:solidFill>
                  <a:srgbClr val="000000"/>
                </a:solidFill>
                <a:cs typeface="Calibri"/>
              </a:rPr>
              <a:t>Tune gains of cost function to get best performance</a:t>
            </a:r>
            <a:endParaRPr lang="en-US" sz="2400">
              <a:solidFill>
                <a:srgbClr val="000000"/>
              </a:solidFill>
              <a:ea typeface="Calibri"/>
              <a:cs typeface="Calibri"/>
            </a:endParaRPr>
          </a:p>
          <a:p>
            <a:pPr lvl="3"/>
            <a:r>
              <a:rPr lang="en-US" sz="2400">
                <a:solidFill>
                  <a:srgbClr val="000000"/>
                </a:solidFill>
                <a:cs typeface="Calibri"/>
              </a:rPr>
              <a:t>Help us not over use the reaction wheels</a:t>
            </a:r>
            <a:endParaRPr lang="en-US" sz="2400">
              <a:solidFill>
                <a:srgbClr val="000000"/>
              </a:solidFill>
              <a:ea typeface="Calibri" panose="020F0502020204030204"/>
              <a:cs typeface="Calibri"/>
            </a:endParaRPr>
          </a:p>
          <a:p>
            <a:pPr lvl="2"/>
            <a:r>
              <a:rPr lang="en-US" sz="2400">
                <a:solidFill>
                  <a:srgbClr val="000000"/>
                </a:solidFill>
                <a:ea typeface="Calibri" panose="020F0502020204030204"/>
                <a:cs typeface="Calibri"/>
              </a:rPr>
              <a:t>Extended Kalman Filter (EKF)</a:t>
            </a:r>
          </a:p>
          <a:p>
            <a:pPr lvl="3"/>
            <a:r>
              <a:rPr lang="en-US" sz="2400">
                <a:solidFill>
                  <a:srgbClr val="000000"/>
                </a:solidFill>
                <a:ea typeface="Calibri" panose="020F0502020204030204"/>
                <a:cs typeface="Calibri"/>
              </a:rPr>
              <a:t>Re-linearize the system every time you update the estimates</a:t>
            </a:r>
          </a:p>
          <a:p>
            <a:pPr lvl="3"/>
            <a:r>
              <a:rPr lang="en-US" sz="2400">
                <a:cs typeface="Calibri"/>
              </a:rPr>
              <a:t>Combines sensor readings with different sampling rates</a:t>
            </a:r>
            <a:endParaRPr lang="en-US" sz="2400">
              <a:ea typeface="Calibri"/>
              <a:cs typeface="Calibri"/>
            </a:endParaRPr>
          </a:p>
          <a:p>
            <a:pPr lvl="2"/>
            <a:r>
              <a:rPr lang="en-US" sz="2400">
                <a:solidFill>
                  <a:srgbClr val="000000"/>
                </a:solidFill>
                <a:ea typeface="+mn-lt"/>
                <a:cs typeface="+mn-lt"/>
              </a:rPr>
              <a:t>Proportional</a:t>
            </a:r>
            <a:r>
              <a:rPr lang="en-US" sz="2400">
                <a:solidFill>
                  <a:srgbClr val="000000"/>
                </a:solidFill>
                <a:ea typeface="+mn-lt"/>
                <a:cs typeface="Calibri"/>
              </a:rPr>
              <a:t> Integral Derivative (PID)</a:t>
            </a:r>
          </a:p>
          <a:p>
            <a:pPr lvl="3"/>
            <a:r>
              <a:rPr lang="en-US" sz="2400">
                <a:solidFill>
                  <a:srgbClr val="042100"/>
                </a:solidFill>
                <a:ea typeface="Calibri" panose="020F0502020204030204"/>
                <a:cs typeface="Calibri"/>
              </a:rPr>
              <a:t>Will help control the reaction wheels by using the hall effect sensor to give feedback</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31</a:t>
            </a:fld>
            <a:endParaRPr lang="en-US"/>
          </a:p>
        </p:txBody>
      </p:sp>
    </p:spTree>
    <p:extLst>
      <p:ext uri="{BB962C8B-B14F-4D97-AF65-F5344CB8AC3E}">
        <p14:creationId xmlns:p14="http://schemas.microsoft.com/office/powerpoint/2010/main" val="1215839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365125"/>
            <a:ext cx="4842934" cy="1337658"/>
          </a:xfrm>
        </p:spPr>
        <p:txBody>
          <a:bodyPr>
            <a:normAutofit/>
          </a:bodyPr>
          <a:lstStyle/>
          <a:p>
            <a:r>
              <a:rPr lang="en-US" sz="3600">
                <a:solidFill>
                  <a:srgbClr val="002060"/>
                </a:solidFill>
                <a:latin typeface="Calibri"/>
                <a:cs typeface="Calibri"/>
              </a:rPr>
              <a:t>Control Diagram</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32</a:t>
            </a:fld>
            <a:endParaRPr lang="en-US"/>
          </a:p>
        </p:txBody>
      </p:sp>
      <p:pic>
        <p:nvPicPr>
          <p:cNvPr id="5" name="Picture 4" descr="A diagram of a machine&#10;&#10;Description automatically generated">
            <a:extLst>
              <a:ext uri="{FF2B5EF4-FFF2-40B4-BE49-F238E27FC236}">
                <a16:creationId xmlns:a16="http://schemas.microsoft.com/office/drawing/2014/main" id="{3809C2F5-D68F-BB9E-ED71-9020F3266F70}"/>
              </a:ext>
            </a:extLst>
          </p:cNvPr>
          <p:cNvPicPr>
            <a:picLocks noChangeAspect="1"/>
          </p:cNvPicPr>
          <p:nvPr/>
        </p:nvPicPr>
        <p:blipFill>
          <a:blip r:embed="rId4"/>
          <a:stretch>
            <a:fillRect/>
          </a:stretch>
        </p:blipFill>
        <p:spPr>
          <a:xfrm>
            <a:off x="582758" y="1397415"/>
            <a:ext cx="10766425" cy="4608393"/>
          </a:xfrm>
          <a:prstGeom prst="rect">
            <a:avLst/>
          </a:prstGeom>
        </p:spPr>
      </p:pic>
      <p:sp>
        <p:nvSpPr>
          <p:cNvPr id="8" name="TextBox 7">
            <a:extLst>
              <a:ext uri="{FF2B5EF4-FFF2-40B4-BE49-F238E27FC236}">
                <a16:creationId xmlns:a16="http://schemas.microsoft.com/office/drawing/2014/main" id="{02CDAFE5-1176-072F-FEA7-604630BA1D7A}"/>
              </a:ext>
            </a:extLst>
          </p:cNvPr>
          <p:cNvSpPr txBox="1"/>
          <p:nvPr/>
        </p:nvSpPr>
        <p:spPr>
          <a:xfrm>
            <a:off x="6945521" y="2276561"/>
            <a:ext cx="2614147" cy="523220"/>
          </a:xfrm>
          <a:prstGeom prst="rect">
            <a:avLst/>
          </a:prstGeom>
          <a:solidFill>
            <a:srgbClr val="CFE2F3"/>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800" b="1">
                <a:cs typeface="Calibri"/>
              </a:rPr>
              <a:t>CubeSat</a:t>
            </a:r>
            <a:endParaRPr lang="en-US" sz="2800" b="1"/>
          </a:p>
        </p:txBody>
      </p:sp>
      <p:sp>
        <p:nvSpPr>
          <p:cNvPr id="3" name="TextBox 2">
            <a:extLst>
              <a:ext uri="{FF2B5EF4-FFF2-40B4-BE49-F238E27FC236}">
                <a16:creationId xmlns:a16="http://schemas.microsoft.com/office/drawing/2014/main" id="{AB9128FB-FD17-E89C-D50C-ABEA0BCF53B7}"/>
              </a:ext>
            </a:extLst>
          </p:cNvPr>
          <p:cNvSpPr txBox="1"/>
          <p:nvPr/>
        </p:nvSpPr>
        <p:spPr>
          <a:xfrm>
            <a:off x="7898189" y="194618"/>
            <a:ext cx="360726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ea typeface="Calibri"/>
                <a:cs typeface="Calibri"/>
              </a:rPr>
              <a:t>7 States: </a:t>
            </a:r>
          </a:p>
          <a:p>
            <a:r>
              <a:rPr lang="en-US">
                <a:ea typeface="Calibri"/>
                <a:cs typeface="Calibri"/>
              </a:rPr>
              <a:t>4 </a:t>
            </a:r>
            <a:r>
              <a:rPr lang="en-US">
                <a:ea typeface="+mn-lt"/>
                <a:cs typeface="+mn-lt"/>
              </a:rPr>
              <a:t>Quaternions</a:t>
            </a:r>
            <a:r>
              <a:rPr lang="en-US">
                <a:ea typeface="Calibri"/>
                <a:cs typeface="Calibri"/>
              </a:rPr>
              <a:t> (J-2000)</a:t>
            </a:r>
          </a:p>
          <a:p>
            <a:r>
              <a:rPr lang="en-US">
                <a:ea typeface="Calibri"/>
                <a:cs typeface="Calibri"/>
              </a:rPr>
              <a:t>3 Angular Velocity (Body Frame </a:t>
            </a:r>
            <a:r>
              <a:rPr lang="en-US" err="1">
                <a:ea typeface="Calibri"/>
                <a:cs typeface="Calibri"/>
              </a:rPr>
              <a:t>x,y,z</a:t>
            </a:r>
            <a:r>
              <a:rPr lang="en-US">
                <a:ea typeface="Calibri"/>
                <a:cs typeface="Calibri"/>
              </a:rPr>
              <a:t>)</a:t>
            </a:r>
          </a:p>
          <a:p>
            <a:endParaRPr lang="en-US">
              <a:ea typeface="Calibri"/>
              <a:cs typeface="Calibri"/>
            </a:endParaRPr>
          </a:p>
        </p:txBody>
      </p:sp>
    </p:spTree>
    <p:extLst>
      <p:ext uri="{BB962C8B-B14F-4D97-AF65-F5344CB8AC3E}">
        <p14:creationId xmlns:p14="http://schemas.microsoft.com/office/powerpoint/2010/main" val="1025805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Control Equations</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33</a:t>
            </a:fld>
            <a:endParaRPr lang="en-US"/>
          </a:p>
        </p:txBody>
      </p:sp>
      <p:pic>
        <p:nvPicPr>
          <p:cNvPr id="5" name="Picture 4">
            <a:extLst>
              <a:ext uri="{FF2B5EF4-FFF2-40B4-BE49-F238E27FC236}">
                <a16:creationId xmlns:a16="http://schemas.microsoft.com/office/drawing/2014/main" id="{CC0C719A-6303-6A3A-44FF-00FA20BAACB6}"/>
              </a:ext>
            </a:extLst>
          </p:cNvPr>
          <p:cNvPicPr>
            <a:picLocks noChangeAspect="1"/>
          </p:cNvPicPr>
          <p:nvPr/>
        </p:nvPicPr>
        <p:blipFill>
          <a:blip r:embed="rId4"/>
          <a:stretch>
            <a:fillRect/>
          </a:stretch>
        </p:blipFill>
        <p:spPr>
          <a:xfrm>
            <a:off x="1818153" y="2779059"/>
            <a:ext cx="1935256" cy="459441"/>
          </a:xfrm>
          <a:prstGeom prst="rect">
            <a:avLst/>
          </a:prstGeom>
        </p:spPr>
      </p:pic>
      <p:pic>
        <p:nvPicPr>
          <p:cNvPr id="7" name="Picture 6">
            <a:extLst>
              <a:ext uri="{FF2B5EF4-FFF2-40B4-BE49-F238E27FC236}">
                <a16:creationId xmlns:a16="http://schemas.microsoft.com/office/drawing/2014/main" id="{AD31EFA0-B0AB-DEB9-F788-4FF81779ECEA}"/>
              </a:ext>
            </a:extLst>
          </p:cNvPr>
          <p:cNvPicPr>
            <a:picLocks noChangeAspect="1"/>
          </p:cNvPicPr>
          <p:nvPr/>
        </p:nvPicPr>
        <p:blipFill>
          <a:blip r:embed="rId5"/>
          <a:stretch>
            <a:fillRect/>
          </a:stretch>
        </p:blipFill>
        <p:spPr>
          <a:xfrm>
            <a:off x="2098301" y="1893795"/>
            <a:ext cx="1171575" cy="447675"/>
          </a:xfrm>
          <a:prstGeom prst="rect">
            <a:avLst/>
          </a:prstGeom>
        </p:spPr>
      </p:pic>
      <p:pic>
        <p:nvPicPr>
          <p:cNvPr id="8" name="Picture 7">
            <a:extLst>
              <a:ext uri="{FF2B5EF4-FFF2-40B4-BE49-F238E27FC236}">
                <a16:creationId xmlns:a16="http://schemas.microsoft.com/office/drawing/2014/main" id="{9A6550CC-2739-BFFA-1262-58D9E1371BF6}"/>
              </a:ext>
            </a:extLst>
          </p:cNvPr>
          <p:cNvPicPr>
            <a:picLocks noChangeAspect="1"/>
          </p:cNvPicPr>
          <p:nvPr/>
        </p:nvPicPr>
        <p:blipFill>
          <a:blip r:embed="rId6"/>
          <a:stretch>
            <a:fillRect/>
          </a:stretch>
        </p:blipFill>
        <p:spPr>
          <a:xfrm>
            <a:off x="1414741" y="3697941"/>
            <a:ext cx="2638425" cy="361950"/>
          </a:xfrm>
          <a:prstGeom prst="rect">
            <a:avLst/>
          </a:prstGeom>
        </p:spPr>
      </p:pic>
      <p:pic>
        <p:nvPicPr>
          <p:cNvPr id="9" name="Picture 8">
            <a:extLst>
              <a:ext uri="{FF2B5EF4-FFF2-40B4-BE49-F238E27FC236}">
                <a16:creationId xmlns:a16="http://schemas.microsoft.com/office/drawing/2014/main" id="{0F091197-8F4D-86B1-B842-1FB0C4D77690}"/>
              </a:ext>
            </a:extLst>
          </p:cNvPr>
          <p:cNvPicPr>
            <a:picLocks noChangeAspect="1"/>
          </p:cNvPicPr>
          <p:nvPr/>
        </p:nvPicPr>
        <p:blipFill>
          <a:blip r:embed="rId7"/>
          <a:stretch>
            <a:fillRect/>
          </a:stretch>
        </p:blipFill>
        <p:spPr>
          <a:xfrm>
            <a:off x="238685" y="4634752"/>
            <a:ext cx="4991100" cy="457200"/>
          </a:xfrm>
          <a:prstGeom prst="rect">
            <a:avLst/>
          </a:prstGeom>
        </p:spPr>
      </p:pic>
      <p:sp>
        <p:nvSpPr>
          <p:cNvPr id="10" name="TextBox 9">
            <a:extLst>
              <a:ext uri="{FF2B5EF4-FFF2-40B4-BE49-F238E27FC236}">
                <a16:creationId xmlns:a16="http://schemas.microsoft.com/office/drawing/2014/main" id="{1B30342E-47B3-015B-B442-4DBFE681EEA5}"/>
              </a:ext>
            </a:extLst>
          </p:cNvPr>
          <p:cNvSpPr txBox="1"/>
          <p:nvPr/>
        </p:nvSpPr>
        <p:spPr>
          <a:xfrm>
            <a:off x="2027620" y="1528689"/>
            <a:ext cx="13128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ea typeface="Calibri"/>
                <a:cs typeface="Calibri"/>
              </a:rPr>
              <a:t>LQR:</a:t>
            </a:r>
          </a:p>
        </p:txBody>
      </p:sp>
      <p:sp>
        <p:nvSpPr>
          <p:cNvPr id="11" name="TextBox 10">
            <a:extLst>
              <a:ext uri="{FF2B5EF4-FFF2-40B4-BE49-F238E27FC236}">
                <a16:creationId xmlns:a16="http://schemas.microsoft.com/office/drawing/2014/main" id="{F1A20FCF-2AFF-B15B-AFFA-9E24D2240329}"/>
              </a:ext>
            </a:extLst>
          </p:cNvPr>
          <p:cNvSpPr txBox="1"/>
          <p:nvPr/>
        </p:nvSpPr>
        <p:spPr>
          <a:xfrm>
            <a:off x="1814707" y="3288011"/>
            <a:ext cx="18282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u="sng" err="1">
                <a:ea typeface="Calibri"/>
                <a:cs typeface="Calibri"/>
              </a:rPr>
              <a:t>Riccatti</a:t>
            </a:r>
            <a:r>
              <a:rPr lang="en-US" u="sng">
                <a:ea typeface="Calibri"/>
                <a:cs typeface="Calibri"/>
              </a:rPr>
              <a:t> Equation</a:t>
            </a:r>
          </a:p>
        </p:txBody>
      </p:sp>
      <p:sp>
        <p:nvSpPr>
          <p:cNvPr id="12" name="TextBox 11">
            <a:extLst>
              <a:ext uri="{FF2B5EF4-FFF2-40B4-BE49-F238E27FC236}">
                <a16:creationId xmlns:a16="http://schemas.microsoft.com/office/drawing/2014/main" id="{D1699086-FBE3-70C6-F76C-BEF803DBFE1C}"/>
              </a:ext>
            </a:extLst>
          </p:cNvPr>
          <p:cNvSpPr txBox="1"/>
          <p:nvPr/>
        </p:nvSpPr>
        <p:spPr>
          <a:xfrm>
            <a:off x="1825912" y="4061216"/>
            <a:ext cx="18282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u="sng">
                <a:ea typeface="Calibri"/>
                <a:cs typeface="Calibri"/>
              </a:rPr>
              <a:t>Cost Function</a:t>
            </a:r>
          </a:p>
        </p:txBody>
      </p:sp>
      <p:sp>
        <p:nvSpPr>
          <p:cNvPr id="13" name="TextBox 12">
            <a:extLst>
              <a:ext uri="{FF2B5EF4-FFF2-40B4-BE49-F238E27FC236}">
                <a16:creationId xmlns:a16="http://schemas.microsoft.com/office/drawing/2014/main" id="{20271D48-1867-AB1C-96D4-975ED5AE11CF}"/>
              </a:ext>
            </a:extLst>
          </p:cNvPr>
          <p:cNvSpPr txBox="1"/>
          <p:nvPr/>
        </p:nvSpPr>
        <p:spPr>
          <a:xfrm>
            <a:off x="5445413" y="1528688"/>
            <a:ext cx="13128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ea typeface="Calibri"/>
                <a:cs typeface="Calibri"/>
              </a:rPr>
              <a:t>EKF:</a:t>
            </a:r>
          </a:p>
        </p:txBody>
      </p:sp>
      <p:pic>
        <p:nvPicPr>
          <p:cNvPr id="17" name="Picture 16">
            <a:extLst>
              <a:ext uri="{FF2B5EF4-FFF2-40B4-BE49-F238E27FC236}">
                <a16:creationId xmlns:a16="http://schemas.microsoft.com/office/drawing/2014/main" id="{50DDBB23-2E7E-965C-616E-46855F74470D}"/>
              </a:ext>
            </a:extLst>
          </p:cNvPr>
          <p:cNvPicPr>
            <a:picLocks noChangeAspect="1"/>
          </p:cNvPicPr>
          <p:nvPr/>
        </p:nvPicPr>
        <p:blipFill>
          <a:blip r:embed="rId8"/>
          <a:stretch>
            <a:fillRect/>
          </a:stretch>
        </p:blipFill>
        <p:spPr>
          <a:xfrm>
            <a:off x="4868955" y="3613898"/>
            <a:ext cx="2714625" cy="333375"/>
          </a:xfrm>
          <a:prstGeom prst="rect">
            <a:avLst/>
          </a:prstGeom>
        </p:spPr>
      </p:pic>
      <p:pic>
        <p:nvPicPr>
          <p:cNvPr id="18" name="Picture 17" descr="A group of letters on a white background&#10;&#10;Description automatically generated">
            <a:extLst>
              <a:ext uri="{FF2B5EF4-FFF2-40B4-BE49-F238E27FC236}">
                <a16:creationId xmlns:a16="http://schemas.microsoft.com/office/drawing/2014/main" id="{66287A0B-1C85-AA5D-5F73-E103E39C33E9}"/>
              </a:ext>
            </a:extLst>
          </p:cNvPr>
          <p:cNvPicPr>
            <a:picLocks noChangeAspect="1"/>
          </p:cNvPicPr>
          <p:nvPr/>
        </p:nvPicPr>
        <p:blipFill>
          <a:blip r:embed="rId9"/>
          <a:stretch>
            <a:fillRect/>
          </a:stretch>
        </p:blipFill>
        <p:spPr>
          <a:xfrm>
            <a:off x="5305985" y="1966632"/>
            <a:ext cx="1676400" cy="533400"/>
          </a:xfrm>
          <a:prstGeom prst="rect">
            <a:avLst/>
          </a:prstGeom>
        </p:spPr>
      </p:pic>
      <p:pic>
        <p:nvPicPr>
          <p:cNvPr id="19" name="Picture 18">
            <a:extLst>
              <a:ext uri="{FF2B5EF4-FFF2-40B4-BE49-F238E27FC236}">
                <a16:creationId xmlns:a16="http://schemas.microsoft.com/office/drawing/2014/main" id="{E472E4CB-CBBA-ABA9-FDF0-6C1C7A801211}"/>
              </a:ext>
            </a:extLst>
          </p:cNvPr>
          <p:cNvPicPr>
            <a:picLocks noChangeAspect="1"/>
          </p:cNvPicPr>
          <p:nvPr/>
        </p:nvPicPr>
        <p:blipFill>
          <a:blip r:embed="rId10"/>
          <a:stretch>
            <a:fillRect/>
          </a:stretch>
        </p:blipFill>
        <p:spPr>
          <a:xfrm>
            <a:off x="5429250" y="2907926"/>
            <a:ext cx="1459005" cy="381560"/>
          </a:xfrm>
          <a:prstGeom prst="rect">
            <a:avLst/>
          </a:prstGeom>
        </p:spPr>
      </p:pic>
      <p:sp>
        <p:nvSpPr>
          <p:cNvPr id="20" name="TextBox 19">
            <a:extLst>
              <a:ext uri="{FF2B5EF4-FFF2-40B4-BE49-F238E27FC236}">
                <a16:creationId xmlns:a16="http://schemas.microsoft.com/office/drawing/2014/main" id="{94766CD4-4AE8-E452-73A2-F019BC940A8E}"/>
              </a:ext>
            </a:extLst>
          </p:cNvPr>
          <p:cNvSpPr txBox="1"/>
          <p:nvPr/>
        </p:nvSpPr>
        <p:spPr>
          <a:xfrm>
            <a:off x="5243707" y="3209571"/>
            <a:ext cx="18282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u="sng" err="1">
                <a:ea typeface="Calibri"/>
                <a:cs typeface="Calibri"/>
              </a:rPr>
              <a:t>Riccatti</a:t>
            </a:r>
            <a:r>
              <a:rPr lang="en-US" u="sng">
                <a:ea typeface="Calibri"/>
                <a:cs typeface="Calibri"/>
              </a:rPr>
              <a:t> Equation</a:t>
            </a:r>
          </a:p>
        </p:txBody>
      </p:sp>
      <p:sp>
        <p:nvSpPr>
          <p:cNvPr id="21" name="TextBox 20">
            <a:extLst>
              <a:ext uri="{FF2B5EF4-FFF2-40B4-BE49-F238E27FC236}">
                <a16:creationId xmlns:a16="http://schemas.microsoft.com/office/drawing/2014/main" id="{6EF4FB97-4600-9FE9-21C1-4A85C3934D51}"/>
              </a:ext>
            </a:extLst>
          </p:cNvPr>
          <p:cNvSpPr txBox="1"/>
          <p:nvPr/>
        </p:nvSpPr>
        <p:spPr>
          <a:xfrm>
            <a:off x="5322147" y="2526010"/>
            <a:ext cx="18282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u="sng">
                <a:ea typeface="Calibri"/>
                <a:cs typeface="Calibri"/>
              </a:rPr>
              <a:t>Kalman Gain</a:t>
            </a:r>
          </a:p>
        </p:txBody>
      </p:sp>
      <p:sp>
        <p:nvSpPr>
          <p:cNvPr id="22" name="TextBox 21">
            <a:extLst>
              <a:ext uri="{FF2B5EF4-FFF2-40B4-BE49-F238E27FC236}">
                <a16:creationId xmlns:a16="http://schemas.microsoft.com/office/drawing/2014/main" id="{1BE8D8DC-C9D0-540F-4244-F7B526047016}"/>
              </a:ext>
            </a:extLst>
          </p:cNvPr>
          <p:cNvSpPr txBox="1"/>
          <p:nvPr/>
        </p:nvSpPr>
        <p:spPr>
          <a:xfrm>
            <a:off x="1814705" y="2413950"/>
            <a:ext cx="18282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u="sng">
                <a:ea typeface="Calibri"/>
                <a:cs typeface="Calibri"/>
              </a:rPr>
              <a:t>Gain</a:t>
            </a:r>
          </a:p>
        </p:txBody>
      </p:sp>
      <p:sp>
        <p:nvSpPr>
          <p:cNvPr id="23" name="TextBox 22">
            <a:extLst>
              <a:ext uri="{FF2B5EF4-FFF2-40B4-BE49-F238E27FC236}">
                <a16:creationId xmlns:a16="http://schemas.microsoft.com/office/drawing/2014/main" id="{8D65341E-800D-9C40-0356-C27B7FDDFBDE}"/>
              </a:ext>
            </a:extLst>
          </p:cNvPr>
          <p:cNvSpPr txBox="1"/>
          <p:nvPr/>
        </p:nvSpPr>
        <p:spPr>
          <a:xfrm>
            <a:off x="9300236" y="1506277"/>
            <a:ext cx="13128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ea typeface="Calibri"/>
                <a:cs typeface="Calibri"/>
              </a:rPr>
              <a:t>PID:</a:t>
            </a:r>
          </a:p>
        </p:txBody>
      </p:sp>
      <p:pic>
        <p:nvPicPr>
          <p:cNvPr id="24" name="Picture 23">
            <a:extLst>
              <a:ext uri="{FF2B5EF4-FFF2-40B4-BE49-F238E27FC236}">
                <a16:creationId xmlns:a16="http://schemas.microsoft.com/office/drawing/2014/main" id="{ECB53C1B-3EFE-6D23-F423-229C4B045F0D}"/>
              </a:ext>
            </a:extLst>
          </p:cNvPr>
          <p:cNvPicPr>
            <a:picLocks noChangeAspect="1"/>
          </p:cNvPicPr>
          <p:nvPr/>
        </p:nvPicPr>
        <p:blipFill>
          <a:blip r:embed="rId11"/>
          <a:srcRect l="861" t="-6317" r="-1550" b="19970"/>
          <a:stretch/>
        </p:blipFill>
        <p:spPr>
          <a:xfrm>
            <a:off x="9307726" y="2603478"/>
            <a:ext cx="1458909" cy="407358"/>
          </a:xfrm>
          <a:prstGeom prst="rect">
            <a:avLst/>
          </a:prstGeom>
        </p:spPr>
      </p:pic>
      <p:pic>
        <p:nvPicPr>
          <p:cNvPr id="25" name="Picture 24">
            <a:extLst>
              <a:ext uri="{FF2B5EF4-FFF2-40B4-BE49-F238E27FC236}">
                <a16:creationId xmlns:a16="http://schemas.microsoft.com/office/drawing/2014/main" id="{F898BAE8-B48A-7096-88C7-02A8996BBCC1}"/>
              </a:ext>
            </a:extLst>
          </p:cNvPr>
          <p:cNvPicPr>
            <a:picLocks noChangeAspect="1"/>
          </p:cNvPicPr>
          <p:nvPr/>
        </p:nvPicPr>
        <p:blipFill>
          <a:blip r:embed="rId12"/>
          <a:stretch>
            <a:fillRect/>
          </a:stretch>
        </p:blipFill>
        <p:spPr>
          <a:xfrm>
            <a:off x="8757397" y="1963832"/>
            <a:ext cx="2943225" cy="561413"/>
          </a:xfrm>
          <a:prstGeom prst="rect">
            <a:avLst/>
          </a:prstGeom>
        </p:spPr>
      </p:pic>
    </p:spTree>
    <p:extLst>
      <p:ext uri="{BB962C8B-B14F-4D97-AF65-F5344CB8AC3E}">
        <p14:creationId xmlns:p14="http://schemas.microsoft.com/office/powerpoint/2010/main" val="601530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365125"/>
            <a:ext cx="3877938" cy="1215395"/>
          </a:xfrm>
        </p:spPr>
        <p:txBody>
          <a:bodyPr>
            <a:normAutofit/>
          </a:bodyPr>
          <a:lstStyle/>
          <a:p>
            <a:r>
              <a:rPr lang="en-US" sz="3600">
                <a:solidFill>
                  <a:srgbClr val="002060"/>
                </a:solidFill>
                <a:latin typeface="Calibri"/>
                <a:cs typeface="Calibri"/>
              </a:rPr>
              <a:t>Control Code</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34</a:t>
            </a:fld>
            <a:endParaRPr lang="en-US"/>
          </a:p>
        </p:txBody>
      </p:sp>
      <p:pic>
        <p:nvPicPr>
          <p:cNvPr id="3" name="Picture 2" descr="A blue rectangular object in a white box&#10;&#10;Description automatically generated">
            <a:extLst>
              <a:ext uri="{FF2B5EF4-FFF2-40B4-BE49-F238E27FC236}">
                <a16:creationId xmlns:a16="http://schemas.microsoft.com/office/drawing/2014/main" id="{43AAE48C-8795-AF44-B6EE-9E6987285594}"/>
              </a:ext>
            </a:extLst>
          </p:cNvPr>
          <p:cNvPicPr>
            <a:picLocks noChangeAspect="1"/>
          </p:cNvPicPr>
          <p:nvPr/>
        </p:nvPicPr>
        <p:blipFill>
          <a:blip r:embed="rId5"/>
          <a:stretch>
            <a:fillRect/>
          </a:stretch>
        </p:blipFill>
        <p:spPr>
          <a:xfrm>
            <a:off x="834808" y="1581150"/>
            <a:ext cx="3883460" cy="3333750"/>
          </a:xfrm>
          <a:prstGeom prst="rect">
            <a:avLst/>
          </a:prstGeom>
        </p:spPr>
      </p:pic>
      <p:pic>
        <p:nvPicPr>
          <p:cNvPr id="6" name="Online Media 5" title="CubeSat Code">
            <a:hlinkClick r:id="" action="ppaction://media"/>
            <a:extLst>
              <a:ext uri="{FF2B5EF4-FFF2-40B4-BE49-F238E27FC236}">
                <a16:creationId xmlns:a16="http://schemas.microsoft.com/office/drawing/2014/main" id="{059D12CC-3A16-6A92-219F-DB53315C24A3}"/>
              </a:ext>
            </a:extLst>
          </p:cNvPr>
          <p:cNvPicPr>
            <a:picLocks noRot="1" noChangeAspect="1"/>
          </p:cNvPicPr>
          <p:nvPr>
            <a:videoFile r:link="rId1"/>
          </p:nvPr>
        </p:nvPicPr>
        <p:blipFill>
          <a:blip r:embed="rId6"/>
          <a:stretch>
            <a:fillRect/>
          </a:stretch>
        </p:blipFill>
        <p:spPr>
          <a:xfrm>
            <a:off x="5232852" y="1580847"/>
            <a:ext cx="5912834" cy="3333448"/>
          </a:xfrm>
          <a:prstGeom prst="rect">
            <a:avLst/>
          </a:prstGeom>
        </p:spPr>
      </p:pic>
      <p:sp>
        <p:nvSpPr>
          <p:cNvPr id="5" name="TextBox 4">
            <a:extLst>
              <a:ext uri="{FF2B5EF4-FFF2-40B4-BE49-F238E27FC236}">
                <a16:creationId xmlns:a16="http://schemas.microsoft.com/office/drawing/2014/main" id="{A0FDBA89-43A4-8C0A-1615-F80EA3D55723}"/>
              </a:ext>
            </a:extLst>
          </p:cNvPr>
          <p:cNvSpPr txBox="1"/>
          <p:nvPr/>
        </p:nvSpPr>
        <p:spPr>
          <a:xfrm>
            <a:off x="5251373" y="725277"/>
            <a:ext cx="49759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Current simulation we have showing the control algorithm moving the CubeSat.</a:t>
            </a:r>
            <a:endParaRPr lang="en-US"/>
          </a:p>
        </p:txBody>
      </p:sp>
    </p:spTree>
    <p:extLst>
      <p:ext uri="{BB962C8B-B14F-4D97-AF65-F5344CB8AC3E}">
        <p14:creationId xmlns:p14="http://schemas.microsoft.com/office/powerpoint/2010/main" val="1330307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pic>
        <p:nvPicPr>
          <p:cNvPr id="5" name="Picture 4" descr="A diagram of a control system&#10;&#10;Description automatically generated">
            <a:extLst>
              <a:ext uri="{FF2B5EF4-FFF2-40B4-BE49-F238E27FC236}">
                <a16:creationId xmlns:a16="http://schemas.microsoft.com/office/drawing/2014/main" id="{B2B0BA39-AB71-470A-8C8C-2DFCA23AE67A}"/>
              </a:ext>
            </a:extLst>
          </p:cNvPr>
          <p:cNvPicPr>
            <a:picLocks noChangeAspect="1"/>
          </p:cNvPicPr>
          <p:nvPr/>
        </p:nvPicPr>
        <p:blipFill>
          <a:blip r:embed="rId4"/>
          <a:stretch>
            <a:fillRect/>
          </a:stretch>
        </p:blipFill>
        <p:spPr>
          <a:xfrm>
            <a:off x="1038225" y="709564"/>
            <a:ext cx="10125075" cy="5429346"/>
          </a:xfrm>
          <a:prstGeom prst="rect">
            <a:avLst/>
          </a:prstGeom>
        </p:spPr>
      </p:pic>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41275"/>
            <a:ext cx="10515600" cy="1325563"/>
          </a:xfrm>
        </p:spPr>
        <p:txBody>
          <a:bodyPr>
            <a:normAutofit/>
          </a:bodyPr>
          <a:lstStyle/>
          <a:p>
            <a:r>
              <a:rPr lang="en-US" sz="3600">
                <a:solidFill>
                  <a:srgbClr val="002060"/>
                </a:solidFill>
                <a:latin typeface="Calibri"/>
                <a:cs typeface="Calibri"/>
              </a:rPr>
              <a:t>Control Board Layout</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2692427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139347"/>
            <a:ext cx="10515600" cy="1325563"/>
          </a:xfrm>
        </p:spPr>
        <p:txBody>
          <a:bodyPr>
            <a:normAutofit/>
          </a:bodyPr>
          <a:lstStyle/>
          <a:p>
            <a:r>
              <a:rPr lang="en-US" sz="3600">
                <a:solidFill>
                  <a:srgbClr val="002060"/>
                </a:solidFill>
                <a:latin typeface="Calibri"/>
                <a:cs typeface="Calibri"/>
              </a:rPr>
              <a:t>Control Board Schematic</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36</a:t>
            </a:fld>
            <a:endParaRPr lang="en-US"/>
          </a:p>
        </p:txBody>
      </p:sp>
      <p:pic>
        <p:nvPicPr>
          <p:cNvPr id="3" name="Picture 2" descr="A computer screen shot of a diagram&#10;&#10;Description automatically generated">
            <a:extLst>
              <a:ext uri="{FF2B5EF4-FFF2-40B4-BE49-F238E27FC236}">
                <a16:creationId xmlns:a16="http://schemas.microsoft.com/office/drawing/2014/main" id="{AC288DFE-6774-5C30-3F9C-05835EAA8EBE}"/>
              </a:ext>
            </a:extLst>
          </p:cNvPr>
          <p:cNvPicPr>
            <a:picLocks noChangeAspect="1"/>
          </p:cNvPicPr>
          <p:nvPr/>
        </p:nvPicPr>
        <p:blipFill>
          <a:blip r:embed="rId4"/>
          <a:stretch>
            <a:fillRect/>
          </a:stretch>
        </p:blipFill>
        <p:spPr>
          <a:xfrm>
            <a:off x="967843" y="1150804"/>
            <a:ext cx="4655035" cy="3268133"/>
          </a:xfrm>
          <a:prstGeom prst="rect">
            <a:avLst/>
          </a:prstGeom>
        </p:spPr>
      </p:pic>
      <p:pic>
        <p:nvPicPr>
          <p:cNvPr id="5" name="Picture 4" descr="A screenshot of a computer screen&#10;&#10;Description automatically generated">
            <a:extLst>
              <a:ext uri="{FF2B5EF4-FFF2-40B4-BE49-F238E27FC236}">
                <a16:creationId xmlns:a16="http://schemas.microsoft.com/office/drawing/2014/main" id="{80DEA5C3-0B90-9D7E-8A19-E12FEC420CC8}"/>
              </a:ext>
            </a:extLst>
          </p:cNvPr>
          <p:cNvPicPr>
            <a:picLocks noChangeAspect="1"/>
          </p:cNvPicPr>
          <p:nvPr/>
        </p:nvPicPr>
        <p:blipFill>
          <a:blip r:embed="rId5"/>
          <a:stretch>
            <a:fillRect/>
          </a:stretch>
        </p:blipFill>
        <p:spPr>
          <a:xfrm>
            <a:off x="7215363" y="139483"/>
            <a:ext cx="4134555" cy="2783146"/>
          </a:xfrm>
          <a:prstGeom prst="rect">
            <a:avLst/>
          </a:prstGeom>
        </p:spPr>
      </p:pic>
      <p:pic>
        <p:nvPicPr>
          <p:cNvPr id="6" name="Picture 5" descr="A screenshot of a computer program&#10;&#10;Description automatically generated">
            <a:extLst>
              <a:ext uri="{FF2B5EF4-FFF2-40B4-BE49-F238E27FC236}">
                <a16:creationId xmlns:a16="http://schemas.microsoft.com/office/drawing/2014/main" id="{FA650960-D30F-7AB3-4393-9A18E19048D0}"/>
              </a:ext>
            </a:extLst>
          </p:cNvPr>
          <p:cNvPicPr>
            <a:picLocks noChangeAspect="1"/>
          </p:cNvPicPr>
          <p:nvPr/>
        </p:nvPicPr>
        <p:blipFill>
          <a:blip r:embed="rId6"/>
          <a:stretch>
            <a:fillRect/>
          </a:stretch>
        </p:blipFill>
        <p:spPr>
          <a:xfrm>
            <a:off x="7224887" y="3183095"/>
            <a:ext cx="4190999" cy="284836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768BA3A6-0190-2077-967B-501F814FF751}"/>
              </a:ext>
            </a:extLst>
          </p:cNvPr>
          <p:cNvPicPr>
            <a:picLocks noChangeAspect="1"/>
          </p:cNvPicPr>
          <p:nvPr/>
        </p:nvPicPr>
        <p:blipFill>
          <a:blip r:embed="rId7"/>
          <a:stretch>
            <a:fillRect/>
          </a:stretch>
        </p:blipFill>
        <p:spPr>
          <a:xfrm>
            <a:off x="959554" y="4572868"/>
            <a:ext cx="4670778" cy="1621041"/>
          </a:xfrm>
          <a:prstGeom prst="rect">
            <a:avLst/>
          </a:prstGeom>
        </p:spPr>
      </p:pic>
    </p:spTree>
    <p:extLst>
      <p:ext uri="{BB962C8B-B14F-4D97-AF65-F5344CB8AC3E}">
        <p14:creationId xmlns:p14="http://schemas.microsoft.com/office/powerpoint/2010/main" val="15738107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10505" y="6325528"/>
            <a:ext cx="390650" cy="313639"/>
          </a:xfrm>
        </p:spPr>
        <p:txBody>
          <a:bodyPr/>
          <a:lstStyle/>
          <a:p>
            <a:fld id="{330EA680-D336-4FF7-8B7A-9848BB0A1C32}" type="slidenum">
              <a:rPr lang="en-US" smtClean="0"/>
              <a:t>37</a:t>
            </a:fld>
            <a:endParaRPr lang="en-US"/>
          </a:p>
        </p:txBody>
      </p:sp>
      <p:sp>
        <p:nvSpPr>
          <p:cNvPr id="9" name="Title 1">
            <a:extLst>
              <a:ext uri="{FF2B5EF4-FFF2-40B4-BE49-F238E27FC236}">
                <a16:creationId xmlns:a16="http://schemas.microsoft.com/office/drawing/2014/main" id="{FCE527FF-7CCA-DE2E-17AD-88A3B944D195}"/>
              </a:ext>
            </a:extLst>
          </p:cNvPr>
          <p:cNvSpPr>
            <a:spLocks noGrp="1"/>
          </p:cNvSpPr>
          <p:nvPr>
            <p:ph type="title"/>
          </p:nvPr>
        </p:nvSpPr>
        <p:spPr>
          <a:xfrm>
            <a:off x="838200" y="365125"/>
            <a:ext cx="10515600" cy="1325563"/>
          </a:xfrm>
        </p:spPr>
        <p:txBody>
          <a:bodyPr/>
          <a:lstStyle/>
          <a:p>
            <a:r>
              <a:rPr lang="en-US">
                <a:solidFill>
                  <a:srgbClr val="002060"/>
                </a:solidFill>
                <a:latin typeface="Calibri"/>
                <a:ea typeface="Calibri Light"/>
                <a:cs typeface="Calibri Light"/>
              </a:rPr>
              <a:t>Reaction Wheel: Risk and Risk Mitigation</a:t>
            </a:r>
            <a:endParaRPr lang="en-US">
              <a:solidFill>
                <a:srgbClr val="002060"/>
              </a:solidFill>
              <a:latin typeface="Calibri"/>
              <a:cs typeface="Calibri Light"/>
            </a:endParaRPr>
          </a:p>
        </p:txBody>
      </p:sp>
      <p:sp>
        <p:nvSpPr>
          <p:cNvPr id="11" name="Content Placeholder 2">
            <a:extLst>
              <a:ext uri="{FF2B5EF4-FFF2-40B4-BE49-F238E27FC236}">
                <a16:creationId xmlns:a16="http://schemas.microsoft.com/office/drawing/2014/main" id="{C10B06FB-9666-0215-1DB2-75EEC61200C3}"/>
              </a:ext>
            </a:extLst>
          </p:cNvPr>
          <p:cNvSpPr>
            <a:spLocks noGrp="1"/>
          </p:cNvSpPr>
          <p:nvPr>
            <p:ph idx="1"/>
          </p:nvPr>
        </p:nvSpPr>
        <p:spPr>
          <a:xfrm>
            <a:off x="838200" y="1825625"/>
            <a:ext cx="10515600" cy="4351338"/>
          </a:xfrm>
        </p:spPr>
        <p:txBody>
          <a:bodyPr vert="horz" lIns="91440" tIns="45720" rIns="91440" bIns="45720" rtlCol="0" anchor="t">
            <a:normAutofit/>
          </a:bodyPr>
          <a:lstStyle/>
          <a:p>
            <a:pPr marL="0" indent="0">
              <a:lnSpc>
                <a:spcPct val="100000"/>
              </a:lnSpc>
              <a:spcBef>
                <a:spcPts val="0"/>
              </a:spcBef>
              <a:buNone/>
            </a:pPr>
            <a:r>
              <a:rPr lang="en-US" sz="2400" b="1">
                <a:solidFill>
                  <a:srgbClr val="002060"/>
                </a:solidFill>
                <a:latin typeface="Calibri"/>
                <a:cs typeface="Calibri"/>
              </a:rPr>
              <a:t>The Risk</a:t>
            </a:r>
            <a:r>
              <a:rPr lang="en-US" sz="2400">
                <a:solidFill>
                  <a:srgbClr val="002060"/>
                </a:solidFill>
                <a:latin typeface="Calibri"/>
                <a:cs typeface="Calibri"/>
              </a:rPr>
              <a:t>: </a:t>
            </a:r>
            <a:endParaRPr lang="en-US" sz="2400">
              <a:solidFill>
                <a:srgbClr val="000000"/>
              </a:solidFill>
              <a:latin typeface="Calibri"/>
              <a:cs typeface="Calibri"/>
            </a:endParaRPr>
          </a:p>
          <a:p>
            <a:pPr marL="457200" indent="-457200">
              <a:lnSpc>
                <a:spcPct val="100000"/>
              </a:lnSpc>
              <a:spcBef>
                <a:spcPts val="0"/>
              </a:spcBef>
            </a:pPr>
            <a:r>
              <a:rPr lang="en-US" sz="2400">
                <a:solidFill>
                  <a:srgbClr val="002060"/>
                </a:solidFill>
                <a:latin typeface="Calibri"/>
                <a:cs typeface="Calibri"/>
              </a:rPr>
              <a:t>One or more reaction wheels fails.</a:t>
            </a:r>
            <a:endParaRPr lang="en-US" sz="2400">
              <a:solidFill>
                <a:srgbClr val="000000"/>
              </a:solidFill>
              <a:latin typeface="Calibri"/>
              <a:cs typeface="Calibri"/>
            </a:endParaRPr>
          </a:p>
          <a:p>
            <a:pPr marL="0" indent="0">
              <a:lnSpc>
                <a:spcPct val="100000"/>
              </a:lnSpc>
              <a:spcBef>
                <a:spcPts val="0"/>
              </a:spcBef>
              <a:buNone/>
            </a:pPr>
            <a:r>
              <a:rPr lang="en-US" sz="2400" b="1">
                <a:solidFill>
                  <a:srgbClr val="002060"/>
                </a:solidFill>
                <a:latin typeface="Calibri"/>
                <a:cs typeface="Calibri"/>
              </a:rPr>
              <a:t>Identification:</a:t>
            </a:r>
            <a:endParaRPr lang="en-US" sz="2400">
              <a:cs typeface="Calibri"/>
            </a:endParaRPr>
          </a:p>
          <a:p>
            <a:pPr marL="457200" indent="-457200">
              <a:lnSpc>
                <a:spcPct val="100000"/>
              </a:lnSpc>
              <a:spcBef>
                <a:spcPts val="0"/>
              </a:spcBef>
            </a:pPr>
            <a:r>
              <a:rPr lang="en-US" sz="2400">
                <a:solidFill>
                  <a:srgbClr val="002060"/>
                </a:solidFill>
                <a:latin typeface="Calibri"/>
                <a:cs typeface="Calibri"/>
              </a:rPr>
              <a:t>Motor Driver RPM output / Current Monitoring.</a:t>
            </a:r>
            <a:endParaRPr lang="en-US" sz="2400">
              <a:solidFill>
                <a:srgbClr val="000000"/>
              </a:solidFill>
              <a:latin typeface="Calibri"/>
              <a:cs typeface="Calibri"/>
            </a:endParaRPr>
          </a:p>
          <a:p>
            <a:pPr marL="0" indent="0">
              <a:lnSpc>
                <a:spcPct val="100000"/>
              </a:lnSpc>
              <a:spcBef>
                <a:spcPts val="0"/>
              </a:spcBef>
              <a:buNone/>
            </a:pPr>
            <a:r>
              <a:rPr lang="en-US" sz="2400" b="1">
                <a:solidFill>
                  <a:srgbClr val="002060"/>
                </a:solidFill>
                <a:latin typeface="Calibri"/>
                <a:cs typeface="Calibri"/>
              </a:rPr>
              <a:t>Solution Options</a:t>
            </a:r>
            <a:r>
              <a:rPr lang="en-US" sz="2400">
                <a:solidFill>
                  <a:srgbClr val="002060"/>
                </a:solidFill>
                <a:latin typeface="Calibri"/>
                <a:cs typeface="Calibri"/>
              </a:rPr>
              <a:t>:</a:t>
            </a:r>
            <a:endParaRPr lang="en-US" sz="2400">
              <a:cs typeface="Calibri"/>
            </a:endParaRPr>
          </a:p>
          <a:p>
            <a:pPr marL="457200" indent="-457200">
              <a:lnSpc>
                <a:spcPct val="100000"/>
              </a:lnSpc>
              <a:spcBef>
                <a:spcPts val="0"/>
              </a:spcBef>
            </a:pPr>
            <a:r>
              <a:rPr lang="en-US" sz="2400">
                <a:solidFill>
                  <a:srgbClr val="002060"/>
                </a:solidFill>
                <a:latin typeface="Calibri"/>
                <a:cs typeface="Calibri"/>
              </a:rPr>
              <a:t>In the event one reaction wheel fails, we retain full control using the remaining three wheels.</a:t>
            </a:r>
            <a:endParaRPr lang="en-US" sz="2400">
              <a:solidFill>
                <a:srgbClr val="000000"/>
              </a:solidFill>
              <a:latin typeface="Calibri"/>
              <a:cs typeface="Calibri"/>
            </a:endParaRPr>
          </a:p>
          <a:p>
            <a:pPr marL="457200" indent="-457200">
              <a:lnSpc>
                <a:spcPct val="100000"/>
              </a:lnSpc>
              <a:spcBef>
                <a:spcPts val="0"/>
              </a:spcBef>
            </a:pPr>
            <a:r>
              <a:rPr lang="en-US" sz="2400">
                <a:solidFill>
                  <a:srgbClr val="002060"/>
                </a:solidFill>
                <a:latin typeface="Calibri"/>
                <a:cs typeface="Calibri"/>
              </a:rPr>
              <a:t>If two or three reaction wheels fail, we retain full degrees of freedom as long as we have one reaction wheel and three magnetorquers.</a:t>
            </a:r>
            <a:endParaRPr lang="en-US" sz="2400">
              <a:solidFill>
                <a:srgbClr val="000000"/>
              </a:solidFill>
              <a:latin typeface="Calibri"/>
              <a:cs typeface="Calibri"/>
            </a:endParaRPr>
          </a:p>
          <a:p>
            <a:pPr marL="63500" indent="0">
              <a:lnSpc>
                <a:spcPct val="100000"/>
              </a:lnSpc>
              <a:spcBef>
                <a:spcPts val="0"/>
              </a:spcBef>
              <a:buNone/>
            </a:pPr>
            <a:r>
              <a:rPr lang="en-US" sz="2400" b="1">
                <a:solidFill>
                  <a:srgbClr val="002060"/>
                </a:solidFill>
                <a:latin typeface="Calibri"/>
                <a:cs typeface="Calibri"/>
              </a:rPr>
              <a:t>Risk Mitigation:</a:t>
            </a:r>
          </a:p>
          <a:p>
            <a:pPr marL="520700" indent="-457200">
              <a:lnSpc>
                <a:spcPct val="100000"/>
              </a:lnSpc>
              <a:spcBef>
                <a:spcPts val="0"/>
              </a:spcBef>
            </a:pPr>
            <a:r>
              <a:rPr lang="en-US" sz="2400">
                <a:solidFill>
                  <a:srgbClr val="002060"/>
                </a:solidFill>
                <a:latin typeface="Calibri"/>
                <a:cs typeface="Calibri"/>
              </a:rPr>
              <a:t>Using Brushless DC motor along with non-metallic bearings.</a:t>
            </a:r>
            <a:endParaRPr lang="en-US" sz="2400" b="1">
              <a:solidFill>
                <a:srgbClr val="002060"/>
              </a:solidFill>
              <a:latin typeface="Calibri"/>
              <a:cs typeface="Calibri"/>
            </a:endParaRPr>
          </a:p>
          <a:p>
            <a:pPr marL="0" indent="0">
              <a:buNone/>
            </a:pPr>
            <a:endParaRPr lang="en-US" sz="2400">
              <a:solidFill>
                <a:srgbClr val="002060"/>
              </a:solidFill>
              <a:latin typeface="Calibri"/>
              <a:cs typeface="Calibri"/>
            </a:endParaRPr>
          </a:p>
        </p:txBody>
      </p:sp>
    </p:spTree>
    <p:extLst>
      <p:ext uri="{BB962C8B-B14F-4D97-AF65-F5344CB8AC3E}">
        <p14:creationId xmlns:p14="http://schemas.microsoft.com/office/powerpoint/2010/main" val="241864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Magnetorquer: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lnSpc>
                <a:spcPct val="100000"/>
              </a:lnSpc>
              <a:spcBef>
                <a:spcPts val="0"/>
              </a:spcBef>
              <a:buNone/>
            </a:pPr>
            <a:r>
              <a:rPr lang="en-US" sz="2400" b="1">
                <a:solidFill>
                  <a:srgbClr val="002060"/>
                </a:solidFill>
                <a:latin typeface="Calibri"/>
                <a:cs typeface="Calibri Light"/>
              </a:rPr>
              <a:t>The</a:t>
            </a:r>
            <a:r>
              <a:rPr lang="en-US" sz="2400" b="1">
                <a:solidFill>
                  <a:srgbClr val="002060"/>
                </a:solidFill>
                <a:latin typeface="Calibri"/>
                <a:ea typeface="+mn-lt"/>
                <a:cs typeface="Calibri Light"/>
              </a:rPr>
              <a:t> Risk</a:t>
            </a:r>
            <a:r>
              <a:rPr lang="en-US" sz="2400">
                <a:solidFill>
                  <a:srgbClr val="002060"/>
                </a:solidFill>
                <a:latin typeface="Calibri"/>
                <a:cs typeface="Calibri Light"/>
              </a:rPr>
              <a:t>: </a:t>
            </a:r>
          </a:p>
          <a:p>
            <a:pPr marL="457200" indent="-457200">
              <a:lnSpc>
                <a:spcPct val="100000"/>
              </a:lnSpc>
              <a:spcBef>
                <a:spcPts val="0"/>
              </a:spcBef>
              <a:buFont typeface="Arial"/>
            </a:pPr>
            <a:r>
              <a:rPr lang="en-US" sz="2400">
                <a:solidFill>
                  <a:srgbClr val="002060"/>
                </a:solidFill>
                <a:latin typeface="Calibri"/>
                <a:ea typeface="+mn-lt"/>
                <a:cs typeface="Calibri Light"/>
              </a:rPr>
              <a:t>One or more magnetorquer fails.</a:t>
            </a:r>
          </a:p>
          <a:p>
            <a:pPr marL="0" indent="0">
              <a:lnSpc>
                <a:spcPct val="100000"/>
              </a:lnSpc>
              <a:spcBef>
                <a:spcPts val="0"/>
              </a:spcBef>
              <a:buNone/>
            </a:pPr>
            <a:r>
              <a:rPr lang="en-US" sz="2400" b="1">
                <a:solidFill>
                  <a:srgbClr val="002060"/>
                </a:solidFill>
                <a:latin typeface="Calibri"/>
                <a:ea typeface="+mn-lt"/>
                <a:cs typeface="Calibri Light"/>
              </a:rPr>
              <a:t>Identification:</a:t>
            </a:r>
            <a:endParaRPr lang="en-US" sz="2400">
              <a:solidFill>
                <a:srgbClr val="002060"/>
              </a:solidFill>
              <a:latin typeface="Calibri"/>
              <a:ea typeface="+mn-lt"/>
              <a:cs typeface="Calibri Light"/>
            </a:endParaRPr>
          </a:p>
          <a:p>
            <a:pPr marL="508000" indent="-457200">
              <a:lnSpc>
                <a:spcPct val="100000"/>
              </a:lnSpc>
              <a:spcBef>
                <a:spcPts val="0"/>
              </a:spcBef>
              <a:buFont typeface="Arial"/>
            </a:pPr>
            <a:r>
              <a:rPr lang="en-US" sz="2400">
                <a:solidFill>
                  <a:srgbClr val="002060"/>
                </a:solidFill>
                <a:latin typeface="Calibri"/>
                <a:ea typeface="+mn-lt"/>
                <a:cs typeface="Calibri Light"/>
              </a:rPr>
              <a:t>Adaptive Control Failure Identification / Current Monitoring</a:t>
            </a:r>
          </a:p>
          <a:p>
            <a:pPr marL="0" indent="0">
              <a:lnSpc>
                <a:spcPct val="100000"/>
              </a:lnSpc>
              <a:spcBef>
                <a:spcPts val="0"/>
              </a:spcBef>
              <a:buNone/>
            </a:pPr>
            <a:r>
              <a:rPr lang="en-US" sz="2400" b="1">
                <a:solidFill>
                  <a:srgbClr val="002060"/>
                </a:solidFill>
                <a:latin typeface="Calibri"/>
                <a:ea typeface="+mn-lt"/>
                <a:cs typeface="Calibri Light"/>
              </a:rPr>
              <a:t>Solution Options</a:t>
            </a:r>
            <a:r>
              <a:rPr lang="en-US" sz="2400">
                <a:solidFill>
                  <a:srgbClr val="002060"/>
                </a:solidFill>
                <a:latin typeface="Calibri"/>
                <a:ea typeface="+mn-lt"/>
                <a:cs typeface="Calibri Light"/>
              </a:rPr>
              <a:t>:</a:t>
            </a:r>
          </a:p>
          <a:p>
            <a:pPr marL="520700" indent="-457200">
              <a:lnSpc>
                <a:spcPct val="100000"/>
              </a:lnSpc>
              <a:spcBef>
                <a:spcPts val="0"/>
              </a:spcBef>
              <a:buFont typeface="Arial"/>
            </a:pPr>
            <a:r>
              <a:rPr lang="en-US" sz="2400">
                <a:solidFill>
                  <a:srgbClr val="002060"/>
                </a:solidFill>
                <a:latin typeface="Calibri"/>
                <a:cs typeface="Calibri Light"/>
              </a:rPr>
              <a:t>We are able to use our reaction wheels to control all degrees of freedom in the case that any of our magnetorquers fail.</a:t>
            </a:r>
          </a:p>
          <a:p>
            <a:pPr marL="0" indent="0">
              <a:lnSpc>
                <a:spcPct val="100000"/>
              </a:lnSpc>
              <a:spcBef>
                <a:spcPts val="0"/>
              </a:spcBef>
              <a:buNone/>
            </a:pPr>
            <a:r>
              <a:rPr lang="en-US" sz="2400" b="1">
                <a:solidFill>
                  <a:srgbClr val="002060"/>
                </a:solidFill>
                <a:latin typeface="Calibri"/>
                <a:ea typeface="+mn-lt"/>
                <a:cs typeface="Calibri Light"/>
              </a:rPr>
              <a:t>Mitigation:</a:t>
            </a:r>
            <a:endParaRPr lang="en-US" sz="2400">
              <a:solidFill>
                <a:srgbClr val="002060"/>
              </a:solidFill>
              <a:latin typeface="Calibri"/>
              <a:ea typeface="+mn-lt"/>
              <a:cs typeface="Calibri Light"/>
            </a:endParaRPr>
          </a:p>
          <a:p>
            <a:pPr marL="520700" indent="-457200">
              <a:lnSpc>
                <a:spcPct val="100000"/>
              </a:lnSpc>
              <a:spcBef>
                <a:spcPts val="0"/>
              </a:spcBef>
              <a:buFont typeface="Arial"/>
              <a:buChar char="•"/>
            </a:pPr>
            <a:r>
              <a:rPr lang="en-US" sz="2400">
                <a:solidFill>
                  <a:srgbClr val="002060"/>
                </a:solidFill>
                <a:latin typeface="Calibri"/>
                <a:ea typeface="+mn-lt"/>
                <a:cs typeface="Calibri Light"/>
              </a:rPr>
              <a:t>We will have magnetorquers inside of every solar panel PCB so we have dual </a:t>
            </a:r>
            <a:r>
              <a:rPr lang="en-US" sz="2400">
                <a:solidFill>
                  <a:srgbClr val="002060"/>
                </a:solidFill>
                <a:latin typeface="Calibri"/>
                <a:cs typeface="Calibri Light"/>
              </a:rPr>
              <a:t>redundancy</a:t>
            </a:r>
            <a:r>
              <a:rPr lang="en-US" sz="2400">
                <a:solidFill>
                  <a:srgbClr val="002060"/>
                </a:solidFill>
                <a:latin typeface="Calibri"/>
                <a:ea typeface="+mn-lt"/>
                <a:cs typeface="Calibri Light"/>
              </a:rPr>
              <a:t>.</a:t>
            </a:r>
            <a:endParaRPr lang="en-US" sz="2400">
              <a:solidFill>
                <a:srgbClr val="002060"/>
              </a:solidFill>
              <a:latin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38</a:t>
            </a:fld>
            <a:endParaRPr lang="en-US"/>
          </a:p>
        </p:txBody>
      </p:sp>
    </p:spTree>
    <p:extLst>
      <p:ext uri="{BB962C8B-B14F-4D97-AF65-F5344CB8AC3E}">
        <p14:creationId xmlns:p14="http://schemas.microsoft.com/office/powerpoint/2010/main" val="1052272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Magnetometer: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587499"/>
            <a:ext cx="10515600" cy="4738028"/>
          </a:xfrm>
        </p:spPr>
        <p:txBody>
          <a:bodyPr vert="horz" lIns="91440" tIns="45720" rIns="91440" bIns="45720" rtlCol="0" anchor="t">
            <a:normAutofit fontScale="92500" lnSpcReduction="10000"/>
          </a:bodyPr>
          <a:lstStyle/>
          <a:p>
            <a:pPr marL="0" indent="0">
              <a:buNone/>
            </a:pPr>
            <a:r>
              <a:rPr lang="en-US" sz="2600" b="1">
                <a:solidFill>
                  <a:srgbClr val="002060"/>
                </a:solidFill>
                <a:latin typeface="Calibri Light"/>
                <a:cs typeface="Calibri Light"/>
              </a:rPr>
              <a:t>The</a:t>
            </a:r>
            <a:r>
              <a:rPr lang="en-US" sz="2600" b="1">
                <a:solidFill>
                  <a:srgbClr val="002060"/>
                </a:solidFill>
                <a:latin typeface="Calibri Light"/>
                <a:ea typeface="+mn-lt"/>
                <a:cs typeface="Calibri Light"/>
              </a:rPr>
              <a:t> Risk</a:t>
            </a:r>
            <a:r>
              <a:rPr lang="en-US" sz="2600" b="1">
                <a:solidFill>
                  <a:srgbClr val="002060"/>
                </a:solidFill>
                <a:latin typeface="Calibri Light"/>
                <a:cs typeface="Calibri Light"/>
              </a:rPr>
              <a:t>:</a:t>
            </a:r>
            <a:endParaRPr lang="en-US"/>
          </a:p>
          <a:p>
            <a:pPr marL="457200" indent="-457200"/>
            <a:r>
              <a:rPr lang="en-US" sz="2600">
                <a:solidFill>
                  <a:srgbClr val="002060"/>
                </a:solidFill>
                <a:ea typeface="+mn-lt"/>
                <a:cs typeface="+mn-lt"/>
              </a:rPr>
              <a:t>Nearby electronic components or CubeSat actuators (e.g., reaction wheels, magnetorquers) generate magnetic fields that can interfere with the magnetometer’s readings.</a:t>
            </a:r>
          </a:p>
          <a:p>
            <a:pPr marL="0" indent="0">
              <a:buNone/>
            </a:pPr>
            <a:r>
              <a:rPr lang="en-US" sz="2600" b="1">
                <a:solidFill>
                  <a:srgbClr val="002060"/>
                </a:solidFill>
                <a:latin typeface="Calibri Light"/>
                <a:ea typeface="+mn-lt"/>
                <a:cs typeface="Calibri Light"/>
              </a:rPr>
              <a:t>Identification:</a:t>
            </a:r>
            <a:endParaRPr lang="en-US" sz="2600">
              <a:solidFill>
                <a:srgbClr val="002060"/>
              </a:solidFill>
              <a:latin typeface="Calibri Light"/>
              <a:ea typeface="+mn-lt"/>
              <a:cs typeface="Calibri Light"/>
            </a:endParaRPr>
          </a:p>
          <a:p>
            <a:pPr marL="457200" indent="-457200"/>
            <a:r>
              <a:rPr lang="en-US" sz="2600">
                <a:solidFill>
                  <a:srgbClr val="002060"/>
                </a:solidFill>
                <a:ea typeface="+mn-lt"/>
                <a:cs typeface="+mn-lt"/>
              </a:rPr>
              <a:t>Review CubeSat component layout to identify sources of magnetic interference within the satellite.</a:t>
            </a:r>
          </a:p>
          <a:p>
            <a:pPr marL="0" indent="0">
              <a:buNone/>
            </a:pPr>
            <a:r>
              <a:rPr lang="en-US" sz="2600" b="1">
                <a:solidFill>
                  <a:srgbClr val="002060"/>
                </a:solidFill>
                <a:latin typeface="Calibri Light"/>
                <a:ea typeface="+mn-lt"/>
                <a:cs typeface="Calibri Light"/>
              </a:rPr>
              <a:t>Solution Options:</a:t>
            </a:r>
          </a:p>
          <a:p>
            <a:pPr marL="457200" indent="-457200"/>
            <a:r>
              <a:rPr lang="en-US" sz="2600">
                <a:solidFill>
                  <a:srgbClr val="002060"/>
                </a:solidFill>
                <a:ea typeface="+mn-lt"/>
                <a:cs typeface="+mn-lt"/>
              </a:rPr>
              <a:t>Increase distance between the magnetometer and other magnetic field sources. Implement code to facture out interference.</a:t>
            </a:r>
            <a:endParaRPr lang="en-US" sz="2600">
              <a:solidFill>
                <a:srgbClr val="002060"/>
              </a:solidFill>
              <a:cs typeface="Calibri"/>
            </a:endParaRPr>
          </a:p>
          <a:p>
            <a:pPr marL="0" indent="0">
              <a:buNone/>
            </a:pPr>
            <a:r>
              <a:rPr lang="en-US" sz="2600" b="1">
                <a:solidFill>
                  <a:srgbClr val="002060"/>
                </a:solidFill>
                <a:latin typeface="Calibri Light"/>
                <a:ea typeface="+mn-lt"/>
                <a:cs typeface="Calibri Light"/>
              </a:rPr>
              <a:t>Risk Mitigation:</a:t>
            </a:r>
            <a:endParaRPr lang="en-US" sz="2600" b="1">
              <a:solidFill>
                <a:srgbClr val="002060"/>
              </a:solidFill>
              <a:latin typeface="Calibri Light"/>
              <a:cs typeface="Calibri Light"/>
            </a:endParaRPr>
          </a:p>
          <a:p>
            <a:pPr marL="457200" indent="-457200"/>
            <a:r>
              <a:rPr lang="en-US" sz="2600">
                <a:solidFill>
                  <a:srgbClr val="002060"/>
                </a:solidFill>
                <a:latin typeface="Calibri"/>
                <a:cs typeface="Calibri Light"/>
              </a:rPr>
              <a:t>There are going </a:t>
            </a:r>
            <a:r>
              <a:rPr lang="en-US" sz="2600">
                <a:solidFill>
                  <a:srgbClr val="002060"/>
                </a:solidFill>
                <a:latin typeface="Calibri"/>
                <a:ea typeface="+mn-lt"/>
                <a:cs typeface="Calibri Light"/>
              </a:rPr>
              <a:t>to be two magnetometers to help improve the accuracy.</a:t>
            </a:r>
            <a:endParaRPr lang="en-US" sz="2600">
              <a:solidFill>
                <a:srgbClr val="002060"/>
              </a:solidFill>
              <a:latin typeface="Calibri"/>
              <a:cs typeface="Calibri Light"/>
            </a:endParaRPr>
          </a:p>
          <a:p>
            <a:pPr lvl="2"/>
            <a:endParaRPr lang="en-US">
              <a:solidFill>
                <a:srgbClr val="00000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1019061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Star Tracker: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0" indent="0">
              <a:buNone/>
            </a:pPr>
            <a:r>
              <a:rPr lang="en-US" sz="2400" b="1">
                <a:solidFill>
                  <a:srgbClr val="002060"/>
                </a:solidFill>
                <a:latin typeface="Calibri"/>
                <a:cs typeface="Calibri Light"/>
              </a:rPr>
              <a:t>The</a:t>
            </a:r>
            <a:r>
              <a:rPr lang="en-US" sz="2400" b="1">
                <a:solidFill>
                  <a:srgbClr val="002060"/>
                </a:solidFill>
                <a:latin typeface="Calibri"/>
                <a:ea typeface="+mn-lt"/>
                <a:cs typeface="Calibri Light"/>
              </a:rPr>
              <a:t> Risk</a:t>
            </a:r>
            <a:r>
              <a:rPr lang="en-US" sz="2400" b="1">
                <a:solidFill>
                  <a:srgbClr val="002060"/>
                </a:solidFill>
                <a:latin typeface="Calibri"/>
                <a:cs typeface="Calibri Light"/>
              </a:rPr>
              <a:t>:</a:t>
            </a:r>
            <a:endParaRPr lang="en-US" sz="2400">
              <a:solidFill>
                <a:srgbClr val="002060"/>
              </a:solidFill>
              <a:latin typeface="Calibri"/>
              <a:cs typeface="Calibri Light"/>
            </a:endParaRPr>
          </a:p>
          <a:p>
            <a:pPr marL="457200" indent="-457200">
              <a:buFont typeface="Arial"/>
            </a:pPr>
            <a:r>
              <a:rPr lang="en-US" sz="2400">
                <a:solidFill>
                  <a:srgbClr val="002060"/>
                </a:solidFill>
                <a:latin typeface="Calibri"/>
                <a:ea typeface="+mn-lt"/>
                <a:cs typeface="Calibri Light"/>
              </a:rPr>
              <a:t>Star Tracker not determining correct orientation of the CubeSat.</a:t>
            </a:r>
          </a:p>
          <a:p>
            <a:pPr marL="0" indent="0">
              <a:buNone/>
            </a:pPr>
            <a:r>
              <a:rPr lang="en-US" sz="2400" b="1">
                <a:solidFill>
                  <a:srgbClr val="002060"/>
                </a:solidFill>
                <a:latin typeface="Calibri"/>
                <a:ea typeface="+mn-lt"/>
                <a:cs typeface="Calibri Light"/>
              </a:rPr>
              <a:t>Identification:</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latin typeface="Calibri"/>
                <a:ea typeface="+mn-lt"/>
                <a:cs typeface="Calibri Light"/>
              </a:rPr>
              <a:t>The pictures are blank. Can't identify a 4th star using the 3 we choose.</a:t>
            </a:r>
          </a:p>
          <a:p>
            <a:pPr marL="0" indent="0">
              <a:buNone/>
            </a:pPr>
            <a:r>
              <a:rPr lang="en-US" sz="2400" b="1">
                <a:solidFill>
                  <a:srgbClr val="002060"/>
                </a:solidFill>
                <a:latin typeface="Calibri"/>
                <a:ea typeface="+mn-lt"/>
                <a:cs typeface="Calibri Light"/>
              </a:rPr>
              <a:t>Solution Options:</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latin typeface="Calibri"/>
                <a:cs typeface="Calibri Light"/>
              </a:rPr>
              <a:t>Re-upload new code through ground communications.</a:t>
            </a:r>
          </a:p>
          <a:p>
            <a:pPr marL="0" indent="0">
              <a:buNone/>
            </a:pPr>
            <a:r>
              <a:rPr lang="en-US" sz="2400" b="1">
                <a:solidFill>
                  <a:srgbClr val="002060"/>
                </a:solidFill>
                <a:latin typeface="Calibri"/>
                <a:ea typeface="+mn-lt"/>
                <a:cs typeface="Calibri Light"/>
              </a:rPr>
              <a:t>Risk Mitigation:</a:t>
            </a:r>
            <a:endParaRPr lang="en-US" sz="2400">
              <a:solidFill>
                <a:srgbClr val="002060"/>
              </a:solidFill>
              <a:latin typeface="Calibri"/>
              <a:ea typeface="+mn-lt"/>
              <a:cs typeface="Calibri Light"/>
            </a:endParaRPr>
          </a:p>
          <a:p>
            <a:pPr marL="457200" indent="-457200">
              <a:buFont typeface="Arial"/>
              <a:buChar char="•"/>
            </a:pPr>
            <a:r>
              <a:rPr lang="en-US" sz="2400">
                <a:solidFill>
                  <a:srgbClr val="002060"/>
                </a:solidFill>
                <a:latin typeface="Calibri"/>
                <a:ea typeface="+mn-lt"/>
                <a:cs typeface="Calibri Light"/>
              </a:rPr>
              <a:t>Sun sensors in place as back-up orientation.</a:t>
            </a:r>
            <a:endParaRPr lang="en-US" sz="2400">
              <a:solidFill>
                <a:srgbClr val="002060"/>
              </a:solidFill>
              <a:latin typeface="Calibri"/>
            </a:endParaRPr>
          </a:p>
          <a:p>
            <a:pPr marL="0" indent="0">
              <a:buNone/>
            </a:pPr>
            <a:endParaRPr lang="en-US" sz="2400" b="1">
              <a:solidFill>
                <a:srgbClr val="002060"/>
              </a:solidFill>
              <a:latin typeface="Calibri"/>
              <a:cs typeface="Calibri Light"/>
            </a:endParaRPr>
          </a:p>
          <a:p>
            <a:pPr marL="457200" indent="-457200">
              <a:buFont typeface="Arial"/>
            </a:pPr>
            <a:endParaRPr lang="en-US" sz="3000">
              <a:solidFill>
                <a:srgbClr val="000000"/>
              </a:solidFill>
              <a:latin typeface="Calibri Light"/>
              <a:cs typeface="Calibri Light"/>
            </a:endParaRPr>
          </a:p>
          <a:p>
            <a:pPr marL="0" indent="0">
              <a:buNone/>
            </a:pPr>
            <a:endParaRPr lang="en-US" sz="2600" b="1">
              <a:solidFill>
                <a:srgbClr val="002060"/>
              </a:solidFill>
              <a:latin typeface="Calibri Light"/>
              <a:cs typeface="Calibri Light"/>
            </a:endParaRPr>
          </a:p>
          <a:p>
            <a:pPr lvl="2"/>
            <a:endParaRPr lang="en-US">
              <a:solidFill>
                <a:srgbClr val="00000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40</a:t>
            </a:fld>
            <a:endParaRPr lang="en-US"/>
          </a:p>
        </p:txBody>
      </p:sp>
    </p:spTree>
    <p:extLst>
      <p:ext uri="{BB962C8B-B14F-4D97-AF65-F5344CB8AC3E}">
        <p14:creationId xmlns:p14="http://schemas.microsoft.com/office/powerpoint/2010/main" val="3723096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Sun Sensor: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fontScale="92500" lnSpcReduction="10000"/>
          </a:bodyPr>
          <a:lstStyle/>
          <a:p>
            <a:pPr marL="0" indent="0">
              <a:buNone/>
            </a:pPr>
            <a:r>
              <a:rPr lang="en-US" sz="2400" b="1">
                <a:solidFill>
                  <a:srgbClr val="002060"/>
                </a:solidFill>
                <a:latin typeface="Calibri"/>
                <a:cs typeface="Calibri Light"/>
              </a:rPr>
              <a:t>The</a:t>
            </a:r>
            <a:r>
              <a:rPr lang="en-US" sz="2400" b="1">
                <a:solidFill>
                  <a:srgbClr val="002060"/>
                </a:solidFill>
                <a:latin typeface="Calibri"/>
                <a:ea typeface="+mn-lt"/>
                <a:cs typeface="Calibri Light"/>
              </a:rPr>
              <a:t> Risk</a:t>
            </a:r>
            <a:r>
              <a:rPr lang="en-US" sz="2400" b="1">
                <a:solidFill>
                  <a:srgbClr val="002060"/>
                </a:solidFill>
                <a:latin typeface="Calibri"/>
                <a:cs typeface="Calibri Light"/>
              </a:rPr>
              <a:t>:</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Direct exposure to sunlight may saturate the sensor, while deep shadowed regions may cause a loss of signal.</a:t>
            </a:r>
          </a:p>
          <a:p>
            <a:pPr marL="0" indent="0">
              <a:buNone/>
            </a:pPr>
            <a:r>
              <a:rPr lang="en-US" sz="2400" b="1">
                <a:solidFill>
                  <a:srgbClr val="002060"/>
                </a:solidFill>
                <a:latin typeface="Calibri"/>
                <a:ea typeface="+mn-lt"/>
                <a:cs typeface="Calibri Light"/>
              </a:rPr>
              <a:t>Identification:</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Test the sensor’s response to various light intensities and shadows to assess saturation and signal loss.</a:t>
            </a:r>
          </a:p>
          <a:p>
            <a:pPr marL="0" indent="0">
              <a:buNone/>
            </a:pPr>
            <a:r>
              <a:rPr lang="en-US" sz="2400" b="1">
                <a:solidFill>
                  <a:srgbClr val="002060"/>
                </a:solidFill>
                <a:latin typeface="Calibri"/>
                <a:ea typeface="+mn-lt"/>
                <a:cs typeface="Calibri Light"/>
              </a:rPr>
              <a:t>Solution Options:</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Positioning multiple sun sensors around the CubeSat increases the likelihood of always having one sensor with a valid signal.</a:t>
            </a:r>
            <a:endParaRPr lang="en-US" sz="2400">
              <a:solidFill>
                <a:srgbClr val="002060"/>
              </a:solidFill>
              <a:latin typeface="Calibri"/>
              <a:cs typeface="Calibri Light"/>
            </a:endParaRPr>
          </a:p>
          <a:p>
            <a:pPr marL="0" indent="0">
              <a:buNone/>
            </a:pPr>
            <a:r>
              <a:rPr lang="en-US" sz="2400" b="1">
                <a:solidFill>
                  <a:srgbClr val="002060"/>
                </a:solidFill>
                <a:latin typeface="Calibri"/>
                <a:ea typeface="+mn-lt"/>
                <a:cs typeface="Calibri Light"/>
              </a:rPr>
              <a:t>Risk Mitigation:</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Position multiple sun sensors on the CubeSat to maximize accuracy and availability in case of shadowing.</a:t>
            </a:r>
          </a:p>
          <a:p>
            <a:pPr marL="0" indent="0">
              <a:buNone/>
            </a:pPr>
            <a:endParaRPr lang="en-US" sz="2600" b="1">
              <a:solidFill>
                <a:srgbClr val="002060"/>
              </a:solidFill>
              <a:latin typeface="Calibri Light"/>
              <a:cs typeface="Calibri Light"/>
            </a:endParaRPr>
          </a:p>
          <a:p>
            <a:pPr lvl="2"/>
            <a:endParaRPr lang="en-US">
              <a:solidFill>
                <a:srgbClr val="00000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41</a:t>
            </a:fld>
            <a:endParaRPr lang="en-US"/>
          </a:p>
        </p:txBody>
      </p:sp>
    </p:spTree>
    <p:extLst>
      <p:ext uri="{BB962C8B-B14F-4D97-AF65-F5344CB8AC3E}">
        <p14:creationId xmlns:p14="http://schemas.microsoft.com/office/powerpoint/2010/main" val="31337856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IMU: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lnSpcReduction="10000"/>
          </a:bodyPr>
          <a:lstStyle/>
          <a:p>
            <a:pPr marL="0" indent="0">
              <a:buNone/>
            </a:pPr>
            <a:r>
              <a:rPr lang="en-US" sz="2400" b="1">
                <a:solidFill>
                  <a:srgbClr val="002060"/>
                </a:solidFill>
                <a:latin typeface="Calibri"/>
                <a:cs typeface="Calibri Light"/>
              </a:rPr>
              <a:t>The</a:t>
            </a:r>
            <a:r>
              <a:rPr lang="en-US" sz="2400" b="1">
                <a:solidFill>
                  <a:srgbClr val="002060"/>
                </a:solidFill>
                <a:latin typeface="Calibri"/>
                <a:ea typeface="+mn-lt"/>
                <a:cs typeface="Calibri Light"/>
              </a:rPr>
              <a:t> Risk</a:t>
            </a:r>
            <a:r>
              <a:rPr lang="en-US" sz="2400" b="1">
                <a:solidFill>
                  <a:srgbClr val="002060"/>
                </a:solidFill>
                <a:latin typeface="Calibri"/>
                <a:cs typeface="Calibri Light"/>
              </a:rPr>
              <a:t>:</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Noisy IMU signals may reduce the accuracy of CubeSat attitude determination when fusing IMU data with other sensors.</a:t>
            </a:r>
          </a:p>
          <a:p>
            <a:pPr marL="0" indent="0">
              <a:buNone/>
            </a:pPr>
            <a:r>
              <a:rPr lang="en-US" sz="2400" b="1">
                <a:solidFill>
                  <a:srgbClr val="002060"/>
                </a:solidFill>
                <a:latin typeface="Calibri"/>
                <a:ea typeface="+mn-lt"/>
                <a:cs typeface="Calibri Light"/>
              </a:rPr>
              <a:t>Identification:</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Analyze IMU data for expected noise levels and potential data fusion issues with other sensors like star trackers or magnetometers.</a:t>
            </a:r>
          </a:p>
          <a:p>
            <a:pPr marL="0" indent="0">
              <a:buNone/>
            </a:pPr>
            <a:r>
              <a:rPr lang="en-US" sz="2400" b="1">
                <a:solidFill>
                  <a:srgbClr val="002060"/>
                </a:solidFill>
                <a:latin typeface="Calibri"/>
                <a:ea typeface="+mn-lt"/>
                <a:cs typeface="Calibri Light"/>
              </a:rPr>
              <a:t>Solution Options:</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Apply Kalman filters or similar algorithms to reduce noise in IMU signals.</a:t>
            </a:r>
            <a:endParaRPr lang="en-US" sz="2400">
              <a:solidFill>
                <a:srgbClr val="002060"/>
              </a:solidFill>
              <a:latin typeface="Calibri"/>
              <a:cs typeface="Calibri Light"/>
            </a:endParaRPr>
          </a:p>
          <a:p>
            <a:pPr marL="0" indent="0">
              <a:buNone/>
            </a:pPr>
            <a:r>
              <a:rPr lang="en-US" sz="2400" b="1">
                <a:solidFill>
                  <a:srgbClr val="002060"/>
                </a:solidFill>
                <a:latin typeface="Calibri"/>
                <a:ea typeface="+mn-lt"/>
                <a:cs typeface="Calibri Light"/>
              </a:rPr>
              <a:t>Risk Mitigation:</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Implement Kalman or complementary filters to reduce the effect of noise and drift.</a:t>
            </a:r>
            <a:endParaRPr lang="en-US" sz="2400">
              <a:solidFill>
                <a:srgbClr val="002060"/>
              </a:solidFill>
              <a:latin typeface="Calibri Light"/>
              <a:cs typeface="Calibri Light"/>
            </a:endParaRPr>
          </a:p>
          <a:p>
            <a:pPr marL="0" indent="0">
              <a:buNone/>
            </a:pPr>
            <a:endParaRPr lang="en-US" sz="2600" b="1">
              <a:solidFill>
                <a:srgbClr val="002060"/>
              </a:solidFill>
              <a:latin typeface="Calibri Light"/>
              <a:cs typeface="Calibri Light"/>
            </a:endParaRPr>
          </a:p>
          <a:p>
            <a:pPr lvl="2"/>
            <a:endParaRPr lang="en-US">
              <a:solidFill>
                <a:srgbClr val="00000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42</a:t>
            </a:fld>
            <a:endParaRPr lang="en-US"/>
          </a:p>
        </p:txBody>
      </p:sp>
    </p:spTree>
    <p:extLst>
      <p:ext uri="{BB962C8B-B14F-4D97-AF65-F5344CB8AC3E}">
        <p14:creationId xmlns:p14="http://schemas.microsoft.com/office/powerpoint/2010/main" val="3553948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a:solidFill>
                  <a:srgbClr val="002060"/>
                </a:solidFill>
                <a:latin typeface="Calibri"/>
                <a:cs typeface="Calibri Light"/>
              </a:rPr>
              <a:t>Code(Algorithm): Risk and Risk Mitigation</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fontScale="92500" lnSpcReduction="10000"/>
          </a:bodyPr>
          <a:lstStyle/>
          <a:p>
            <a:pPr marL="0" indent="0">
              <a:buNone/>
            </a:pPr>
            <a:r>
              <a:rPr lang="en-US" sz="2400" b="1">
                <a:solidFill>
                  <a:srgbClr val="002060"/>
                </a:solidFill>
                <a:latin typeface="Calibri"/>
                <a:cs typeface="Calibri Light"/>
              </a:rPr>
              <a:t>The</a:t>
            </a:r>
            <a:r>
              <a:rPr lang="en-US" sz="2400" b="1">
                <a:solidFill>
                  <a:srgbClr val="002060"/>
                </a:solidFill>
                <a:latin typeface="Calibri"/>
                <a:ea typeface="+mn-lt"/>
                <a:cs typeface="Calibri Light"/>
              </a:rPr>
              <a:t> Risk</a:t>
            </a:r>
            <a:r>
              <a:rPr lang="en-US" sz="2400" b="1">
                <a:solidFill>
                  <a:srgbClr val="002060"/>
                </a:solidFill>
                <a:latin typeface="Calibri"/>
                <a:cs typeface="Calibri Light"/>
              </a:rPr>
              <a:t>:</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Inefficient code may exceed memory limits or processing time, slowing or interrupting the control response.</a:t>
            </a:r>
            <a:endParaRPr lang="en-US" sz="2400">
              <a:solidFill>
                <a:srgbClr val="002060"/>
              </a:solidFill>
              <a:latin typeface="Calibri"/>
              <a:ea typeface="+mn-lt"/>
              <a:cs typeface="Calibri Light"/>
            </a:endParaRPr>
          </a:p>
          <a:p>
            <a:pPr marL="0" indent="0">
              <a:buNone/>
            </a:pPr>
            <a:r>
              <a:rPr lang="en-US" sz="2400" b="1">
                <a:solidFill>
                  <a:srgbClr val="002060"/>
                </a:solidFill>
                <a:latin typeface="Calibri"/>
                <a:ea typeface="+mn-lt"/>
                <a:cs typeface="Calibri Light"/>
              </a:rPr>
              <a:t>Identification:</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Analyze code for memory and CPU usage to ensure it operates within CubeSat hardware constraints.</a:t>
            </a:r>
            <a:endParaRPr lang="en-US" sz="2400">
              <a:solidFill>
                <a:srgbClr val="002060"/>
              </a:solidFill>
              <a:latin typeface="Calibri"/>
              <a:ea typeface="+mn-lt"/>
              <a:cs typeface="Calibri Light"/>
            </a:endParaRPr>
          </a:p>
          <a:p>
            <a:pPr marL="0" indent="0">
              <a:buNone/>
            </a:pPr>
            <a:r>
              <a:rPr lang="en-US" sz="2400" b="1">
                <a:solidFill>
                  <a:srgbClr val="002060"/>
                </a:solidFill>
                <a:latin typeface="Calibri"/>
                <a:ea typeface="+mn-lt"/>
                <a:cs typeface="Calibri Light"/>
              </a:rPr>
              <a:t>Solution Options:</a:t>
            </a:r>
            <a:endParaRPr lang="en-US" sz="2400">
              <a:solidFill>
                <a:srgbClr val="002060"/>
              </a:solidFill>
              <a:latin typeface="Calibri"/>
              <a:ea typeface="+mn-lt"/>
              <a:cs typeface="Calibri Light"/>
            </a:endParaRPr>
          </a:p>
          <a:p>
            <a:pPr marL="457200" indent="-457200">
              <a:buFont typeface="Arial"/>
            </a:pPr>
            <a:r>
              <a:rPr lang="en-US" sz="2400">
                <a:solidFill>
                  <a:srgbClr val="002060"/>
                </a:solidFill>
                <a:ea typeface="+mn-lt"/>
                <a:cs typeface="+mn-lt"/>
              </a:rPr>
              <a:t>Profile and optimize resource-heavy operations, removing redundant calculations and implementing efficient data structures.</a:t>
            </a:r>
            <a:endParaRPr lang="en-US" sz="2400">
              <a:solidFill>
                <a:srgbClr val="002060"/>
              </a:solidFill>
              <a:latin typeface="Calibri"/>
              <a:cs typeface="Calibri Light"/>
            </a:endParaRPr>
          </a:p>
          <a:p>
            <a:pPr marL="0" indent="0">
              <a:buNone/>
            </a:pPr>
            <a:r>
              <a:rPr lang="en-US" sz="2400" b="1">
                <a:solidFill>
                  <a:srgbClr val="002060"/>
                </a:solidFill>
                <a:latin typeface="Calibri"/>
                <a:ea typeface="+mn-lt"/>
                <a:cs typeface="Calibri Light"/>
              </a:rPr>
              <a:t>Risk Mitigation:</a:t>
            </a:r>
            <a:endParaRPr lang="en-US" sz="2400">
              <a:solidFill>
                <a:srgbClr val="002060"/>
              </a:solidFill>
              <a:latin typeface="Calibri"/>
              <a:cs typeface="Calibri Light"/>
            </a:endParaRPr>
          </a:p>
          <a:p>
            <a:pPr marL="457200" indent="-457200">
              <a:buFont typeface="Arial"/>
            </a:pPr>
            <a:r>
              <a:rPr lang="en-US" sz="2400">
                <a:solidFill>
                  <a:srgbClr val="002060"/>
                </a:solidFill>
                <a:ea typeface="+mn-lt"/>
                <a:cs typeface="+mn-lt"/>
              </a:rPr>
              <a:t>Design self-diagnostics for early identification of trends that indicate potential issues, such as increased processing time or rising memory usage.</a:t>
            </a:r>
            <a:endParaRPr lang="en-US" sz="2400">
              <a:solidFill>
                <a:srgbClr val="002060"/>
              </a:solidFill>
              <a:latin typeface="Calibri Light"/>
              <a:cs typeface="Calibri Light"/>
            </a:endParaRPr>
          </a:p>
          <a:p>
            <a:pPr marL="0" indent="0">
              <a:buNone/>
            </a:pPr>
            <a:endParaRPr lang="en-US" sz="2600" b="1">
              <a:solidFill>
                <a:srgbClr val="002060"/>
              </a:solidFill>
              <a:latin typeface="Calibri Light"/>
              <a:cs typeface="Calibri Light"/>
            </a:endParaRPr>
          </a:p>
          <a:p>
            <a:pPr lvl="2"/>
            <a:endParaRPr lang="en-US">
              <a:solidFill>
                <a:srgbClr val="00000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403088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ICRF Coordinates</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lnSpcReduction="10000"/>
          </a:bodyPr>
          <a:lstStyle/>
          <a:p>
            <a:pPr lvl="2"/>
            <a:r>
              <a:rPr lang="en-US">
                <a:solidFill>
                  <a:srgbClr val="002060"/>
                </a:solidFill>
                <a:cs typeface="Calibri"/>
              </a:rPr>
              <a:t>ICRF stands for International Celestial Reference Frame, and is mainly used for the navigation of the CubeSat because:</a:t>
            </a:r>
          </a:p>
          <a:p>
            <a:pPr lvl="3"/>
            <a:r>
              <a:rPr lang="en-US" b="1">
                <a:solidFill>
                  <a:srgbClr val="002060"/>
                </a:solidFill>
                <a:ea typeface="+mn-lt"/>
                <a:cs typeface="+mn-lt"/>
              </a:rPr>
              <a:t>Accurate Navigation and Tracking</a:t>
            </a:r>
            <a:r>
              <a:rPr lang="en-US">
                <a:solidFill>
                  <a:srgbClr val="002060"/>
                </a:solidFill>
                <a:ea typeface="+mn-lt"/>
                <a:cs typeface="+mn-lt"/>
              </a:rPr>
              <a:t>: ICRF is a high-precision, stable reference frame based on the positions of distant quasars, which are nearly fixed relative to Earth. Using this frame helps in accurately determining and predicting the spacecraft's position and orientation in space over time.</a:t>
            </a:r>
          </a:p>
          <a:p>
            <a:pPr lvl="3"/>
            <a:r>
              <a:rPr lang="en-US" b="1">
                <a:solidFill>
                  <a:srgbClr val="002060"/>
                </a:solidFill>
                <a:ea typeface="+mn-lt"/>
                <a:cs typeface="+mn-lt"/>
              </a:rPr>
              <a:t>Standardized Communication</a:t>
            </a:r>
            <a:r>
              <a:rPr lang="en-US">
                <a:solidFill>
                  <a:srgbClr val="002060"/>
                </a:solidFill>
                <a:ea typeface="+mn-lt"/>
                <a:cs typeface="+mn-lt"/>
              </a:rPr>
              <a:t>: ICRF is the standard reference system for astronomy and space science, allowing consistent communication and comparison of spacecraft position and orientation between different agencies and systems (like ground stations, tracking systems, etc.).</a:t>
            </a:r>
            <a:endParaRPr lang="en-US">
              <a:solidFill>
                <a:srgbClr val="002060"/>
              </a:solidFill>
              <a:cs typeface="Calibri"/>
            </a:endParaRPr>
          </a:p>
          <a:p>
            <a:pPr lvl="3"/>
            <a:r>
              <a:rPr lang="en-US" b="1">
                <a:solidFill>
                  <a:srgbClr val="002060"/>
                </a:solidFill>
                <a:ea typeface="+mn-lt"/>
                <a:cs typeface="+mn-lt"/>
              </a:rPr>
              <a:t>Global Alignment</a:t>
            </a:r>
            <a:r>
              <a:rPr lang="en-US">
                <a:solidFill>
                  <a:srgbClr val="002060"/>
                </a:solidFill>
                <a:ea typeface="+mn-lt"/>
                <a:cs typeface="+mn-lt"/>
              </a:rPr>
              <a:t>: As CubeSats orbit Earth and interact with other spacecraft or celestial objects, it’s essential to have a frame that remains globally aligned. ICRF provides that global consistency because it is independent of Earth's rotation, which can vary slightly over time due to phenomena like polar motion.</a:t>
            </a:r>
            <a:endParaRPr lang="en-US">
              <a:solidFill>
                <a:srgbClr val="002060"/>
              </a:solidFill>
              <a:cs typeface="Calibri"/>
            </a:endParaRPr>
          </a:p>
          <a:p>
            <a:pPr lvl="3"/>
            <a:r>
              <a:rPr lang="en-US">
                <a:solidFill>
                  <a:srgbClr val="002060"/>
                </a:solidFill>
                <a:cs typeface="Calibri"/>
              </a:rPr>
              <a:t>We are using ICRF because with a star tracker we can </a:t>
            </a:r>
            <a:r>
              <a:rPr lang="en-US">
                <a:solidFill>
                  <a:srgbClr val="002060"/>
                </a:solidFill>
                <a:ea typeface="+mn-lt"/>
                <a:cs typeface="+mn-lt"/>
              </a:rPr>
              <a:t>use the ICRF to determine their attitude (orientation in space). Star trackers compare images of known stars to the ICRF catalog to accurately calculate the CubeSat’s orientation, which is critical for navigation, scientific observations, and communication alignment.</a:t>
            </a:r>
            <a:endParaRPr lang="en-US">
              <a:solidFill>
                <a:srgbClr val="002060"/>
              </a:solidFill>
              <a:cs typeface="Calibri"/>
            </a:endParaRPr>
          </a:p>
          <a:p>
            <a:pPr lvl="3"/>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44</a:t>
            </a:fld>
            <a:endParaRPr lang="en-US"/>
          </a:p>
        </p:txBody>
      </p:sp>
    </p:spTree>
    <p:extLst>
      <p:ext uri="{BB962C8B-B14F-4D97-AF65-F5344CB8AC3E}">
        <p14:creationId xmlns:p14="http://schemas.microsoft.com/office/powerpoint/2010/main" val="2675542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ICRF Coordinates, Calculations</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fontScale="92500" lnSpcReduction="10000"/>
          </a:bodyPr>
          <a:lstStyle/>
          <a:p>
            <a:pPr lvl="2"/>
            <a:r>
              <a:rPr lang="en-US" sz="2800">
                <a:solidFill>
                  <a:srgbClr val="002060"/>
                </a:solidFill>
                <a:cs typeface="Calibri"/>
              </a:rPr>
              <a:t>ICRF coordinates frames can be found using Julian's date calculations.</a:t>
            </a:r>
          </a:p>
          <a:p>
            <a:pPr lvl="2"/>
            <a:r>
              <a:rPr lang="en-US" sz="2800">
                <a:solidFill>
                  <a:srgbClr val="002060"/>
                </a:solidFill>
                <a:cs typeface="Calibri"/>
              </a:rPr>
              <a:t>Julians Date: </a:t>
            </a:r>
            <a:r>
              <a:rPr lang="en-US" sz="2800">
                <a:solidFill>
                  <a:srgbClr val="002060"/>
                </a:solidFill>
                <a:ea typeface="+mn-lt"/>
                <a:cs typeface="+mn-lt"/>
              </a:rPr>
              <a:t>Julian date calculations are used in ICRF (International Celestial Reference Frame) coordinate conversions to account for the precise timing needed to determine celestial positions. Since celestial bodies and spacecraft positions change continuously, converting from Earth-based coordinate systems (like ECEF) to space-based ones (like ICRF) requires exact dates and times.</a:t>
            </a:r>
            <a:endParaRPr lang="en-US" sz="2800">
              <a:solidFill>
                <a:srgbClr val="002060"/>
              </a:solidFill>
              <a:cs typeface="Calibri"/>
            </a:endParaRPr>
          </a:p>
          <a:p>
            <a:pPr lvl="2"/>
            <a:r>
              <a:rPr lang="en-US" sz="2800">
                <a:solidFill>
                  <a:srgbClr val="002060"/>
                </a:solidFill>
                <a:cs typeface="Calibri"/>
              </a:rPr>
              <a:t>Comparing the calculations to MATLAB Spice toolkit, the calculations are pretty close, being off by about three meters.</a:t>
            </a:r>
          </a:p>
          <a:p>
            <a:pPr lvl="2"/>
            <a:r>
              <a:rPr lang="en-US" sz="2800">
                <a:solidFill>
                  <a:srgbClr val="002060"/>
                </a:solidFill>
                <a:cs typeface="Calibri"/>
              </a:rPr>
              <a:t>Doing different dates and times provided similar results.</a:t>
            </a:r>
          </a:p>
          <a:p>
            <a:pPr lvl="2"/>
            <a:r>
              <a:rPr lang="en-US" sz="2800">
                <a:solidFill>
                  <a:srgbClr val="002060"/>
                </a:solidFill>
                <a:cs typeface="Calibri"/>
              </a:rPr>
              <a:t>The hand calculations could have been skipped, but this allowed to check if the Spice toolkit was correct.</a:t>
            </a:r>
          </a:p>
          <a:p>
            <a:pPr lvl="3"/>
            <a:endParaRPr lang="en-US" sz="2800">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45</a:t>
            </a:fld>
            <a:endParaRPr lang="en-US"/>
          </a:p>
        </p:txBody>
      </p:sp>
    </p:spTree>
    <p:extLst>
      <p:ext uri="{BB962C8B-B14F-4D97-AF65-F5344CB8AC3E}">
        <p14:creationId xmlns:p14="http://schemas.microsoft.com/office/powerpoint/2010/main" val="2450408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838200" y="2432050"/>
            <a:ext cx="10515600" cy="1325563"/>
          </a:xfrm>
        </p:spPr>
        <p:txBody>
          <a:bodyPr>
            <a:noAutofit/>
          </a:bodyPr>
          <a:lstStyle/>
          <a:p>
            <a:pPr algn="ctr"/>
            <a:r>
              <a:rPr lang="en-US" sz="9600">
                <a:solidFill>
                  <a:srgbClr val="002060"/>
                </a:solidFill>
                <a:latin typeface="Calibri"/>
                <a:cs typeface="Calibri"/>
              </a:rPr>
              <a:t>Questions, Comments, Concerns?</a:t>
            </a:r>
            <a:endParaRPr lang="en-US" sz="9600">
              <a:ea typeface="Calibri Light"/>
              <a:cs typeface="Calibri Light"/>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46</a:t>
            </a:fld>
            <a:endParaRPr lang="en-US"/>
          </a:p>
        </p:txBody>
      </p:sp>
    </p:spTree>
    <p:extLst>
      <p:ext uri="{BB962C8B-B14F-4D97-AF65-F5344CB8AC3E}">
        <p14:creationId xmlns:p14="http://schemas.microsoft.com/office/powerpoint/2010/main" val="26602726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72E8301-53C6-4686-9551-9C49D233F57A}"/>
</file>

<file path=customXml/itemProps2.xml><?xml version="1.0" encoding="utf-8"?>
<ds:datastoreItem xmlns:ds="http://schemas.openxmlformats.org/officeDocument/2006/customXml" ds:itemID="{464599E8-6686-4EC0-8C72-3CB0A37FAC23}"/>
</file>

<file path=customXml/itemProps3.xml><?xml version="1.0" encoding="utf-8"?>
<ds:datastoreItem xmlns:ds="http://schemas.openxmlformats.org/officeDocument/2006/customXml" ds:itemID="{90A42A0D-BFDF-4456-946D-0418064786C0}"/>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46</Slides>
  <Notes>46</Notes>
  <HiddenSlides>0</HiddenSlide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CubeSat -Control  Preliminary Design Review </vt:lpstr>
      <vt:lpstr>PDR Overview </vt:lpstr>
      <vt:lpstr>Attitude Control System (ACS) Design Description</vt:lpstr>
      <vt:lpstr>Attitude Control System (ACS) Description</vt:lpstr>
      <vt:lpstr>Design Criteria</vt:lpstr>
      <vt:lpstr>Software/Mechanical</vt:lpstr>
      <vt:lpstr>Budget/Cost Estimate</vt:lpstr>
      <vt:lpstr>Control Weight</vt:lpstr>
      <vt:lpstr>Power Consumption</vt:lpstr>
      <vt:lpstr>Schedule via a Gannt chart </vt:lpstr>
      <vt:lpstr>Control System</vt:lpstr>
      <vt:lpstr>Ejection Timeline - Diagram </vt:lpstr>
      <vt:lpstr>Ejection Timeline</vt:lpstr>
      <vt:lpstr>Orbit Timeline - Diagram</vt:lpstr>
      <vt:lpstr>Orbit Timeline - Step 1</vt:lpstr>
      <vt:lpstr>Orbit Timeline - Step 2</vt:lpstr>
      <vt:lpstr>Orbit Timeline - Step 3</vt:lpstr>
      <vt:lpstr>Orbit Timeline - Step 4</vt:lpstr>
      <vt:lpstr>Orbit Timeline - Step 5</vt:lpstr>
      <vt:lpstr>Specifications</vt:lpstr>
      <vt:lpstr>Specifications – Cont.</vt:lpstr>
      <vt:lpstr>Actuators </vt:lpstr>
      <vt:lpstr>Reaction Wheel</vt:lpstr>
      <vt:lpstr>Reaction Wheel</vt:lpstr>
      <vt:lpstr>Preliminary Subsystem Design – Reaction Wheel</vt:lpstr>
      <vt:lpstr>Magnetorquers</vt:lpstr>
      <vt:lpstr>Preliminary Subsystem Design - Magnetorquers</vt:lpstr>
      <vt:lpstr>Sensors</vt:lpstr>
      <vt:lpstr>Preliminary Subsystem Design - Sensors</vt:lpstr>
      <vt:lpstr>Preliminary Subsystem Design - Sensors</vt:lpstr>
      <vt:lpstr>Control System </vt:lpstr>
      <vt:lpstr>Control Diagram</vt:lpstr>
      <vt:lpstr>Control Equations</vt:lpstr>
      <vt:lpstr>Control Code</vt:lpstr>
      <vt:lpstr>Control Board Layout</vt:lpstr>
      <vt:lpstr>Control Board Schematic</vt:lpstr>
      <vt:lpstr>Reaction Wheel: Risk and Risk Mitigation</vt:lpstr>
      <vt:lpstr>Magnetorquer: Risk and Risk Mitigation</vt:lpstr>
      <vt:lpstr>Magnetometer: Risk and Risk Mitigation</vt:lpstr>
      <vt:lpstr>Star Tracker: Risk and Risk Mitigation</vt:lpstr>
      <vt:lpstr>Sun Sensor: Risk and Risk Mitigation</vt:lpstr>
      <vt:lpstr>IMU: Risk and Risk Mitigation</vt:lpstr>
      <vt:lpstr>Code(Algorithm): Risk and Risk Mitigation</vt:lpstr>
      <vt:lpstr>ICRF Coordinates</vt:lpstr>
      <vt:lpstr>ICRF Coordinates, Calculations</vt:lpstr>
      <vt:lpstr>Questions, Comments, Concerns?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Monty Kennedy</dc:creator>
  <cp:revision>2</cp:revision>
  <dcterms:created xsi:type="dcterms:W3CDTF">2022-06-02T20:00:19Z</dcterms:created>
  <dcterms:modified xsi:type="dcterms:W3CDTF">2024-11-08T23:07:11Z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