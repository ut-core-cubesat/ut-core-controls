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sldIdLst>
    <p:sldId id="262" r:id="rId2"/>
    <p:sldId id="286" r:id="rId3"/>
    <p:sldId id="287" r:id="rId4"/>
    <p:sldId id="263" r:id="rId5"/>
    <p:sldId id="285" r:id="rId6"/>
    <p:sldId id="288" r:id="rId7"/>
    <p:sldId id="265" r:id="rId8"/>
    <p:sldId id="279" r:id="rId9"/>
    <p:sldId id="266" r:id="rId10"/>
    <p:sldId id="275" r:id="rId11"/>
    <p:sldId id="270" r:id="rId12"/>
    <p:sldId id="278" r:id="rId13"/>
    <p:sldId id="280" r:id="rId14"/>
    <p:sldId id="271" r:id="rId15"/>
    <p:sldId id="282" r:id="rId16"/>
    <p:sldId id="284" r:id="rId17"/>
    <p:sldId id="281" r:id="rId18"/>
    <p:sldId id="277" r:id="rId19"/>
    <p:sldId id="283" r:id="rId20"/>
    <p:sldId id="272" r:id="rId21"/>
    <p:sldId id="274" r:id="rId22"/>
    <p:sldId id="276" r:id="rId23"/>
    <p:sldId id="264" r:id="rId24"/>
    <p:sldId id="267" r:id="rId25"/>
    <p:sldId id="268" r:id="rId26"/>
    <p:sldId id="26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8BF3AD-0F71-4BF8-B43F-A05BFD4FF93D}" v="18" dt="2024-10-23T20:49:25.677"/>
    <p1510:client id="{4FC79F92-6BB0-403A-8209-02A797BB48D3}" v="105" dt="2024-10-23T20:15:43.146"/>
    <p1510:client id="{D83CF559-3B7C-45BD-9F43-9B1E201C6C5E}" v="3" dt="2024-10-23T20:41:28.558"/>
    <p1510:client id="{FAF7D9CF-5102-4EC5-9820-9615A4C49562}" v="288" dt="2024-10-23T20:47:58.1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Sherman" userId="B2Z592lpL5s/ObuOB+DIn3zrvTqQrPzfLcooue0z7rE=" providerId="None" clId="Web-{024BE430-CB48-4993-AB54-FDB0A6D5BA71}"/>
    <pc:docChg chg="modSld">
      <pc:chgData name="Ben Sherman" userId="B2Z592lpL5s/ObuOB+DIn3zrvTqQrPzfLcooue0z7rE=" providerId="None" clId="Web-{024BE430-CB48-4993-AB54-FDB0A6D5BA71}" dt="2024-10-16T19:42:24.874" v="16" actId="20577"/>
      <pc:docMkLst>
        <pc:docMk/>
      </pc:docMkLst>
      <pc:sldChg chg="modSp">
        <pc:chgData name="Ben Sherman" userId="B2Z592lpL5s/ObuOB+DIn3zrvTqQrPzfLcooue0z7rE=" providerId="None" clId="Web-{024BE430-CB48-4993-AB54-FDB0A6D5BA71}" dt="2024-10-16T19:35:43.993" v="14" actId="20577"/>
        <pc:sldMkLst>
          <pc:docMk/>
          <pc:sldMk cId="2363649107" sldId="266"/>
        </pc:sldMkLst>
        <pc:spChg chg="mod">
          <ac:chgData name="Ben Sherman" userId="B2Z592lpL5s/ObuOB+DIn3zrvTqQrPzfLcooue0z7rE=" providerId="None" clId="Web-{024BE430-CB48-4993-AB54-FDB0A6D5BA71}" dt="2024-10-16T19:35:43.993" v="14" actId="20577"/>
          <ac:spMkLst>
            <pc:docMk/>
            <pc:sldMk cId="2363649107" sldId="266"/>
            <ac:spMk id="9" creationId="{2F524B79-F74E-465C-52AF-91806B6F47DE}"/>
          </ac:spMkLst>
        </pc:spChg>
      </pc:sldChg>
      <pc:sldChg chg="modSp">
        <pc:chgData name="Ben Sherman" userId="B2Z592lpL5s/ObuOB+DIn3zrvTqQrPzfLcooue0z7rE=" providerId="None" clId="Web-{024BE430-CB48-4993-AB54-FDB0A6D5BA71}" dt="2024-10-16T19:42:24.874" v="16" actId="20577"/>
        <pc:sldMkLst>
          <pc:docMk/>
          <pc:sldMk cId="112256977" sldId="283"/>
        </pc:sldMkLst>
        <pc:spChg chg="mod">
          <ac:chgData name="Ben Sherman" userId="B2Z592lpL5s/ObuOB+DIn3zrvTqQrPzfLcooue0z7rE=" providerId="None" clId="Web-{024BE430-CB48-4993-AB54-FDB0A6D5BA71}" dt="2024-10-16T19:42:24.874" v="16" actId="20577"/>
          <ac:spMkLst>
            <pc:docMk/>
            <pc:sldMk cId="112256977" sldId="283"/>
            <ac:spMk id="2" creationId="{C8DDF817-7874-5C02-CECC-4E106A454D5A}"/>
          </ac:spMkLst>
        </pc:spChg>
      </pc:sldChg>
    </pc:docChg>
  </pc:docChgLst>
  <pc:docChgLst>
    <pc:chgData name="Lauric Brown" userId="JfC5AM8avzTEBZQp3msu59NYsdP65YLa5l6ezRiCRh8=" providerId="None" clId="Web-{9DE84248-58BD-4A44-9053-A594DED6249C}"/>
    <pc:docChg chg="modSld">
      <pc:chgData name="Lauric Brown" userId="JfC5AM8avzTEBZQp3msu59NYsdP65YLa5l6ezRiCRh8=" providerId="None" clId="Web-{9DE84248-58BD-4A44-9053-A594DED6249C}" dt="2024-10-11T21:58:50.748" v="89"/>
      <pc:docMkLst>
        <pc:docMk/>
      </pc:docMkLst>
      <pc:sldChg chg="modSp">
        <pc:chgData name="Lauric Brown" userId="JfC5AM8avzTEBZQp3msu59NYsdP65YLa5l6ezRiCRh8=" providerId="None" clId="Web-{9DE84248-58BD-4A44-9053-A594DED6249C}" dt="2024-10-11T21:58:50.748" v="89"/>
        <pc:sldMkLst>
          <pc:docMk/>
          <pc:sldMk cId="1966279469" sldId="272"/>
        </pc:sldMkLst>
        <pc:graphicFrameChg chg="mod modGraphic">
          <ac:chgData name="Lauric Brown" userId="JfC5AM8avzTEBZQp3msu59NYsdP65YLa5l6ezRiCRh8=" providerId="None" clId="Web-{9DE84248-58BD-4A44-9053-A594DED6249C}" dt="2024-10-11T21:58:50.748" v="89"/>
          <ac:graphicFrameMkLst>
            <pc:docMk/>
            <pc:sldMk cId="1966279469" sldId="272"/>
            <ac:graphicFrameMk id="11" creationId="{DC06441B-86C5-1384-327C-45D72CC0E778}"/>
          </ac:graphicFrameMkLst>
        </pc:graphicFrameChg>
      </pc:sldChg>
    </pc:docChg>
  </pc:docChgLst>
  <pc:docChgLst>
    <pc:chgData name="Ben Sherman" userId="B2Z592lpL5s/ObuOB+DIn3zrvTqQrPzfLcooue0z7rE=" providerId="None" clId="Web-{F7F1AE4F-F521-4A02-A5BE-6CA4568A1789}"/>
    <pc:docChg chg="modSld">
      <pc:chgData name="Ben Sherman" userId="B2Z592lpL5s/ObuOB+DIn3zrvTqQrPzfLcooue0z7rE=" providerId="None" clId="Web-{F7F1AE4F-F521-4A02-A5BE-6CA4568A1789}" dt="2024-10-16T21:42:04.282" v="83" actId="20577"/>
      <pc:docMkLst>
        <pc:docMk/>
      </pc:docMkLst>
      <pc:sldChg chg="modSp">
        <pc:chgData name="Ben Sherman" userId="B2Z592lpL5s/ObuOB+DIn3zrvTqQrPzfLcooue0z7rE=" providerId="None" clId="Web-{F7F1AE4F-F521-4A02-A5BE-6CA4568A1789}" dt="2024-10-16T21:42:04.282" v="83" actId="20577"/>
        <pc:sldMkLst>
          <pc:docMk/>
          <pc:sldMk cId="1099004406" sldId="271"/>
        </pc:sldMkLst>
        <pc:spChg chg="mod">
          <ac:chgData name="Ben Sherman" userId="B2Z592lpL5s/ObuOB+DIn3zrvTqQrPzfLcooue0z7rE=" providerId="None" clId="Web-{F7F1AE4F-F521-4A02-A5BE-6CA4568A1789}" dt="2024-10-16T21:42:04.282" v="83" actId="20577"/>
          <ac:spMkLst>
            <pc:docMk/>
            <pc:sldMk cId="1099004406" sldId="271"/>
            <ac:spMk id="3" creationId="{BC644F39-0BE6-C82D-D117-F6B8F5128E25}"/>
          </ac:spMkLst>
        </pc:spChg>
      </pc:sldChg>
      <pc:sldChg chg="modSp">
        <pc:chgData name="Ben Sherman" userId="B2Z592lpL5s/ObuOB+DIn3zrvTqQrPzfLcooue0z7rE=" providerId="None" clId="Web-{F7F1AE4F-F521-4A02-A5BE-6CA4568A1789}" dt="2024-10-16T21:40:44.043" v="78" actId="20577"/>
        <pc:sldMkLst>
          <pc:docMk/>
          <pc:sldMk cId="1121307087" sldId="275"/>
        </pc:sldMkLst>
        <pc:spChg chg="mod">
          <ac:chgData name="Ben Sherman" userId="B2Z592lpL5s/ObuOB+DIn3zrvTqQrPzfLcooue0z7rE=" providerId="None" clId="Web-{F7F1AE4F-F521-4A02-A5BE-6CA4568A1789}" dt="2024-10-16T21:40:44.043" v="78" actId="20577"/>
          <ac:spMkLst>
            <pc:docMk/>
            <pc:sldMk cId="1121307087" sldId="275"/>
            <ac:spMk id="3" creationId="{BC644F39-0BE6-C82D-D117-F6B8F5128E25}"/>
          </ac:spMkLst>
        </pc:spChg>
      </pc:sldChg>
    </pc:docChg>
  </pc:docChgLst>
  <pc:docChgLst>
    <pc:chgData name="Ben Sherman" userId="B2Z592lpL5s/ObuOB+DIn3zrvTqQrPzfLcooue0z7rE=" providerId="None" clId="Web-{DBBC7EC3-4FE3-43F2-9631-D4F148D97105}"/>
    <pc:docChg chg="addSld modSld">
      <pc:chgData name="Ben Sherman" userId="B2Z592lpL5s/ObuOB+DIn3zrvTqQrPzfLcooue0z7rE=" providerId="None" clId="Web-{DBBC7EC3-4FE3-43F2-9631-D4F148D97105}" dt="2024-10-11T22:14:13.493" v="313"/>
      <pc:docMkLst>
        <pc:docMk/>
      </pc:docMkLst>
      <pc:sldChg chg="addSp delSp modSp">
        <pc:chgData name="Ben Sherman" userId="B2Z592lpL5s/ObuOB+DIn3zrvTqQrPzfLcooue0z7rE=" providerId="None" clId="Web-{DBBC7EC3-4FE3-43F2-9631-D4F148D97105}" dt="2024-10-11T22:14:13.493" v="313"/>
        <pc:sldMkLst>
          <pc:docMk/>
          <pc:sldMk cId="1966279469" sldId="272"/>
        </pc:sldMkLst>
        <pc:spChg chg="mod">
          <ac:chgData name="Ben Sherman" userId="B2Z592lpL5s/ObuOB+DIn3zrvTqQrPzfLcooue0z7rE=" providerId="None" clId="Web-{DBBC7EC3-4FE3-43F2-9631-D4F148D97105}" dt="2024-10-11T19:57:48.532" v="26" actId="14100"/>
          <ac:spMkLst>
            <pc:docMk/>
            <pc:sldMk cId="1966279469" sldId="272"/>
            <ac:spMk id="2" creationId="{C8DDF817-7874-5C02-CECC-4E106A454D5A}"/>
          </ac:spMkLst>
        </pc:spChg>
        <pc:spChg chg="mod">
          <ac:chgData name="Ben Sherman" userId="B2Z592lpL5s/ObuOB+DIn3zrvTqQrPzfLcooue0z7rE=" providerId="None" clId="Web-{DBBC7EC3-4FE3-43F2-9631-D4F148D97105}" dt="2024-10-11T19:59:23.050" v="40" actId="14100"/>
          <ac:spMkLst>
            <pc:docMk/>
            <pc:sldMk cId="1966279469" sldId="272"/>
            <ac:spMk id="3" creationId="{BC644F39-0BE6-C82D-D117-F6B8F5128E25}"/>
          </ac:spMkLst>
        </pc:spChg>
        <pc:spChg chg="add del mod">
          <ac:chgData name="Ben Sherman" userId="B2Z592lpL5s/ObuOB+DIn3zrvTqQrPzfLcooue0z7rE=" providerId="None" clId="Web-{DBBC7EC3-4FE3-43F2-9631-D4F148D97105}" dt="2024-10-11T19:57:41.391" v="25"/>
          <ac:spMkLst>
            <pc:docMk/>
            <pc:sldMk cId="1966279469" sldId="272"/>
            <ac:spMk id="6" creationId="{6CD86490-7C2E-4110-BB4D-CAFDE0153C93}"/>
          </ac:spMkLst>
        </pc:spChg>
        <pc:spChg chg="add del">
          <ac:chgData name="Ben Sherman" userId="B2Z592lpL5s/ObuOB+DIn3zrvTqQrPzfLcooue0z7rE=" providerId="None" clId="Web-{DBBC7EC3-4FE3-43F2-9631-D4F148D97105}" dt="2024-10-11T19:57:35" v="24"/>
          <ac:spMkLst>
            <pc:docMk/>
            <pc:sldMk cId="1966279469" sldId="272"/>
            <ac:spMk id="8" creationId="{DF2869B2-5811-D8F3-2985-0952491CCB7A}"/>
          </ac:spMkLst>
        </pc:spChg>
        <pc:spChg chg="add mod">
          <ac:chgData name="Ben Sherman" userId="B2Z592lpL5s/ObuOB+DIn3zrvTqQrPzfLcooue0z7rE=" providerId="None" clId="Web-{DBBC7EC3-4FE3-43F2-9631-D4F148D97105}" dt="2024-10-11T19:59:41.597" v="44" actId="20577"/>
          <ac:spMkLst>
            <pc:docMk/>
            <pc:sldMk cId="1966279469" sldId="272"/>
            <ac:spMk id="10" creationId="{BCFC7250-932F-0F95-C974-03B6972D2BD1}"/>
          </ac:spMkLst>
        </pc:spChg>
        <pc:graphicFrameChg chg="add mod modGraphic">
          <ac:chgData name="Ben Sherman" userId="B2Z592lpL5s/ObuOB+DIn3zrvTqQrPzfLcooue0z7rE=" providerId="None" clId="Web-{DBBC7EC3-4FE3-43F2-9631-D4F148D97105}" dt="2024-10-11T22:14:13.493" v="313"/>
          <ac:graphicFrameMkLst>
            <pc:docMk/>
            <pc:sldMk cId="1966279469" sldId="272"/>
            <ac:graphicFrameMk id="11" creationId="{DC06441B-86C5-1384-327C-45D72CC0E778}"/>
          </ac:graphicFrameMkLst>
        </pc:graphicFrameChg>
      </pc:sldChg>
      <pc:sldChg chg="addSp">
        <pc:chgData name="Ben Sherman" userId="B2Z592lpL5s/ObuOB+DIn3zrvTqQrPzfLcooue0z7rE=" providerId="None" clId="Web-{DBBC7EC3-4FE3-43F2-9631-D4F148D97105}" dt="2024-10-11T22:04:23.459" v="229"/>
        <pc:sldMkLst>
          <pc:docMk/>
          <pc:sldMk cId="507670785" sldId="277"/>
        </pc:sldMkLst>
        <pc:spChg chg="add">
          <ac:chgData name="Ben Sherman" userId="B2Z592lpL5s/ObuOB+DIn3zrvTqQrPzfLcooue0z7rE=" providerId="None" clId="Web-{DBBC7EC3-4FE3-43F2-9631-D4F148D97105}" dt="2024-10-11T22:04:23.459" v="229"/>
          <ac:spMkLst>
            <pc:docMk/>
            <pc:sldMk cId="507670785" sldId="277"/>
            <ac:spMk id="5" creationId="{B2962DC4-D6AA-6FAA-D1CC-2847031E8363}"/>
          </ac:spMkLst>
        </pc:spChg>
      </pc:sldChg>
      <pc:sldChg chg="modSp add replId">
        <pc:chgData name="Ben Sherman" userId="B2Z592lpL5s/ObuOB+DIn3zrvTqQrPzfLcooue0z7rE=" providerId="None" clId="Web-{DBBC7EC3-4FE3-43F2-9631-D4F148D97105}" dt="2024-10-11T22:07:30.272" v="231" actId="20577"/>
        <pc:sldMkLst>
          <pc:docMk/>
          <pc:sldMk cId="2692427565" sldId="281"/>
        </pc:sldMkLst>
        <pc:spChg chg="mod">
          <ac:chgData name="Ben Sherman" userId="B2Z592lpL5s/ObuOB+DIn3zrvTqQrPzfLcooue0z7rE=" providerId="None" clId="Web-{DBBC7EC3-4FE3-43F2-9631-D4F148D97105}" dt="2024-10-11T19:38:06.910" v="11" actId="20577"/>
          <ac:spMkLst>
            <pc:docMk/>
            <pc:sldMk cId="2692427565" sldId="281"/>
            <ac:spMk id="2" creationId="{C8DDF817-7874-5C02-CECC-4E106A454D5A}"/>
          </ac:spMkLst>
        </pc:spChg>
        <pc:spChg chg="mod">
          <ac:chgData name="Ben Sherman" userId="B2Z592lpL5s/ObuOB+DIn3zrvTqQrPzfLcooue0z7rE=" providerId="None" clId="Web-{DBBC7EC3-4FE3-43F2-9631-D4F148D97105}" dt="2024-10-11T22:07:30.272" v="231" actId="20577"/>
          <ac:spMkLst>
            <pc:docMk/>
            <pc:sldMk cId="2692427565" sldId="281"/>
            <ac:spMk id="3" creationId="{BC644F39-0BE6-C82D-D117-F6B8F5128E25}"/>
          </ac:spMkLst>
        </pc:spChg>
      </pc:sldChg>
      <pc:sldChg chg="modSp add replId">
        <pc:chgData name="Ben Sherman" userId="B2Z592lpL5s/ObuOB+DIn3zrvTqQrPzfLcooue0z7rE=" providerId="None" clId="Web-{DBBC7EC3-4FE3-43F2-9631-D4F148D97105}" dt="2024-10-11T21:20:45.252" v="224" actId="20577"/>
        <pc:sldMkLst>
          <pc:docMk/>
          <pc:sldMk cId="1215839148" sldId="282"/>
        </pc:sldMkLst>
        <pc:spChg chg="mod">
          <ac:chgData name="Ben Sherman" userId="B2Z592lpL5s/ObuOB+DIn3zrvTqQrPzfLcooue0z7rE=" providerId="None" clId="Web-{DBBC7EC3-4FE3-43F2-9631-D4F148D97105}" dt="2024-10-11T19:39:49.490" v="16" actId="20577"/>
          <ac:spMkLst>
            <pc:docMk/>
            <pc:sldMk cId="1215839148" sldId="282"/>
            <ac:spMk id="2" creationId="{C8DDF817-7874-5C02-CECC-4E106A454D5A}"/>
          </ac:spMkLst>
        </pc:spChg>
        <pc:spChg chg="mod">
          <ac:chgData name="Ben Sherman" userId="B2Z592lpL5s/ObuOB+DIn3zrvTqQrPzfLcooue0z7rE=" providerId="None" clId="Web-{DBBC7EC3-4FE3-43F2-9631-D4F148D97105}" dt="2024-10-11T21:20:45.252" v="224" actId="20577"/>
          <ac:spMkLst>
            <pc:docMk/>
            <pc:sldMk cId="1215839148" sldId="282"/>
            <ac:spMk id="3" creationId="{BC644F39-0BE6-C82D-D117-F6B8F5128E25}"/>
          </ac:spMkLst>
        </pc:spChg>
      </pc:sldChg>
      <pc:sldChg chg="addSp delSp modSp">
        <pc:chgData name="Ben Sherman" userId="B2Z592lpL5s/ObuOB+DIn3zrvTqQrPzfLcooue0z7rE=" providerId="None" clId="Web-{DBBC7EC3-4FE3-43F2-9631-D4F148D97105}" dt="2024-10-11T22:04:29.115" v="230"/>
        <pc:sldMkLst>
          <pc:docMk/>
          <pc:sldMk cId="112256977" sldId="283"/>
        </pc:sldMkLst>
        <pc:spChg chg="add del mod">
          <ac:chgData name="Ben Sherman" userId="B2Z592lpL5s/ObuOB+DIn3zrvTqQrPzfLcooue0z7rE=" providerId="None" clId="Web-{DBBC7EC3-4FE3-43F2-9631-D4F148D97105}" dt="2024-10-11T22:04:29.115" v="230"/>
          <ac:spMkLst>
            <pc:docMk/>
            <pc:sldMk cId="112256977" sldId="283"/>
            <ac:spMk id="3" creationId="{555A023A-0A7E-A85C-C38A-524D038D035D}"/>
          </ac:spMkLst>
        </pc:spChg>
      </pc:sldChg>
    </pc:docChg>
  </pc:docChgLst>
  <pc:docChgLst>
    <pc:chgData name="Lauric Brown" userId="JfC5AM8avzTEBZQp3msu59NYsdP65YLa5l6ezRiCRh8=" providerId="None" clId="Web-{9E3C21E9-A441-44C3-90F7-1B0349AB8240}"/>
    <pc:docChg chg="modSld">
      <pc:chgData name="Lauric Brown" userId="JfC5AM8avzTEBZQp3msu59NYsdP65YLa5l6ezRiCRh8=" providerId="None" clId="Web-{9E3C21E9-A441-44C3-90F7-1B0349AB8240}" dt="2024-09-20T20:59:37.971" v="135" actId="20577"/>
      <pc:docMkLst>
        <pc:docMk/>
      </pc:docMkLst>
      <pc:sldChg chg="modSp">
        <pc:chgData name="Lauric Brown" userId="JfC5AM8avzTEBZQp3msu59NYsdP65YLa5l6ezRiCRh8=" providerId="None" clId="Web-{9E3C21E9-A441-44C3-90F7-1B0349AB8240}" dt="2024-09-20T20:43:27.212" v="123" actId="20577"/>
        <pc:sldMkLst>
          <pc:docMk/>
          <pc:sldMk cId="2363649107" sldId="266"/>
        </pc:sldMkLst>
        <pc:spChg chg="mod">
          <ac:chgData name="Lauric Brown" userId="JfC5AM8avzTEBZQp3msu59NYsdP65YLa5l6ezRiCRh8=" providerId="None" clId="Web-{9E3C21E9-A441-44C3-90F7-1B0349AB8240}" dt="2024-09-20T20:43:27.212" v="123" actId="20577"/>
          <ac:spMkLst>
            <pc:docMk/>
            <pc:sldMk cId="2363649107" sldId="266"/>
            <ac:spMk id="3" creationId="{BC644F39-0BE6-C82D-D117-F6B8F5128E25}"/>
          </ac:spMkLst>
        </pc:spChg>
      </pc:sldChg>
      <pc:sldChg chg="modSp">
        <pc:chgData name="Lauric Brown" userId="JfC5AM8avzTEBZQp3msu59NYsdP65YLa5l6ezRiCRh8=" providerId="None" clId="Web-{9E3C21E9-A441-44C3-90F7-1B0349AB8240}" dt="2024-09-20T20:59:37.971" v="135" actId="20577"/>
        <pc:sldMkLst>
          <pc:docMk/>
          <pc:sldMk cId="1024818632" sldId="270"/>
        </pc:sldMkLst>
        <pc:spChg chg="mod">
          <ac:chgData name="Lauric Brown" userId="JfC5AM8avzTEBZQp3msu59NYsdP65YLa5l6ezRiCRh8=" providerId="None" clId="Web-{9E3C21E9-A441-44C3-90F7-1B0349AB8240}" dt="2024-09-20T20:59:37.971" v="135" actId="20577"/>
          <ac:spMkLst>
            <pc:docMk/>
            <pc:sldMk cId="1024818632" sldId="270"/>
            <ac:spMk id="3" creationId="{BC644F39-0BE6-C82D-D117-F6B8F5128E25}"/>
          </ac:spMkLst>
        </pc:spChg>
      </pc:sldChg>
      <pc:sldChg chg="modSp">
        <pc:chgData name="Lauric Brown" userId="JfC5AM8avzTEBZQp3msu59NYsdP65YLa5l6ezRiCRh8=" providerId="None" clId="Web-{9E3C21E9-A441-44C3-90F7-1B0349AB8240}" dt="2024-09-20T20:45:34.088" v="133" actId="20577"/>
        <pc:sldMkLst>
          <pc:docMk/>
          <pc:sldMk cId="1099004406" sldId="271"/>
        </pc:sldMkLst>
        <pc:spChg chg="mod">
          <ac:chgData name="Lauric Brown" userId="JfC5AM8avzTEBZQp3msu59NYsdP65YLa5l6ezRiCRh8=" providerId="None" clId="Web-{9E3C21E9-A441-44C3-90F7-1B0349AB8240}" dt="2024-09-20T20:45:34.088" v="133" actId="20577"/>
          <ac:spMkLst>
            <pc:docMk/>
            <pc:sldMk cId="1099004406" sldId="271"/>
            <ac:spMk id="3" creationId="{BC644F39-0BE6-C82D-D117-F6B8F5128E25}"/>
          </ac:spMkLst>
        </pc:spChg>
      </pc:sldChg>
    </pc:docChg>
  </pc:docChgLst>
  <pc:docChgLst>
    <pc:chgData name="Ben Sherman" userId="B2Z592lpL5s/ObuOB+DIn3zrvTqQrPzfLcooue0z7rE=" providerId="None" clId="Web-{6B177B3A-1D3B-46B5-A65D-21B505F0CDC2}"/>
    <pc:docChg chg="modSld">
      <pc:chgData name="Ben Sherman" userId="B2Z592lpL5s/ObuOB+DIn3zrvTqQrPzfLcooue0z7rE=" providerId="None" clId="Web-{6B177B3A-1D3B-46B5-A65D-21B505F0CDC2}" dt="2024-10-04T21:57:54.623" v="188" actId="20577"/>
      <pc:docMkLst>
        <pc:docMk/>
      </pc:docMkLst>
      <pc:sldChg chg="modSp">
        <pc:chgData name="Ben Sherman" userId="B2Z592lpL5s/ObuOB+DIn3zrvTqQrPzfLcooue0z7rE=" providerId="None" clId="Web-{6B177B3A-1D3B-46B5-A65D-21B505F0CDC2}" dt="2024-10-04T21:12:43.170" v="119" actId="20577"/>
        <pc:sldMkLst>
          <pc:docMk/>
          <pc:sldMk cId="2078996173" sldId="265"/>
        </pc:sldMkLst>
        <pc:spChg chg="mod">
          <ac:chgData name="Ben Sherman" userId="B2Z592lpL5s/ObuOB+DIn3zrvTqQrPzfLcooue0z7rE=" providerId="None" clId="Web-{6B177B3A-1D3B-46B5-A65D-21B505F0CDC2}" dt="2024-10-04T21:12:43.170" v="119" actId="20577"/>
          <ac:spMkLst>
            <pc:docMk/>
            <pc:sldMk cId="2078996173" sldId="265"/>
            <ac:spMk id="3" creationId="{BC644F39-0BE6-C82D-D117-F6B8F5128E25}"/>
          </ac:spMkLst>
        </pc:spChg>
      </pc:sldChg>
      <pc:sldChg chg="addSp modSp">
        <pc:chgData name="Ben Sherman" userId="B2Z592lpL5s/ObuOB+DIn3zrvTqQrPzfLcooue0z7rE=" providerId="None" clId="Web-{6B177B3A-1D3B-46B5-A65D-21B505F0CDC2}" dt="2024-10-04T21:57:54.623" v="188" actId="20577"/>
        <pc:sldMkLst>
          <pc:docMk/>
          <pc:sldMk cId="2363649107" sldId="266"/>
        </pc:sldMkLst>
        <pc:spChg chg="mod">
          <ac:chgData name="Ben Sherman" userId="B2Z592lpL5s/ObuOB+DIn3zrvTqQrPzfLcooue0z7rE=" providerId="None" clId="Web-{6B177B3A-1D3B-46B5-A65D-21B505F0CDC2}" dt="2024-10-04T21:57:54.623" v="188" actId="20577"/>
          <ac:spMkLst>
            <pc:docMk/>
            <pc:sldMk cId="2363649107" sldId="266"/>
            <ac:spMk id="3" creationId="{BC644F39-0BE6-C82D-D117-F6B8F5128E25}"/>
          </ac:spMkLst>
        </pc:spChg>
        <pc:picChg chg="add mod modCrop">
          <ac:chgData name="Ben Sherman" userId="B2Z592lpL5s/ObuOB+DIn3zrvTqQrPzfLcooue0z7rE=" providerId="None" clId="Web-{6B177B3A-1D3B-46B5-A65D-21B505F0CDC2}" dt="2024-10-04T21:56:34.309" v="177" actId="1076"/>
          <ac:picMkLst>
            <pc:docMk/>
            <pc:sldMk cId="2363649107" sldId="266"/>
            <ac:picMk id="7" creationId="{12653AE3-EE7F-593B-AEDF-AB83F3443A8A}"/>
          </ac:picMkLst>
        </pc:picChg>
      </pc:sldChg>
      <pc:sldChg chg="modSp">
        <pc:chgData name="Ben Sherman" userId="B2Z592lpL5s/ObuOB+DIn3zrvTqQrPzfLcooue0z7rE=" providerId="None" clId="Web-{6B177B3A-1D3B-46B5-A65D-21B505F0CDC2}" dt="2024-10-04T20:39:25.233" v="16" actId="20577"/>
        <pc:sldMkLst>
          <pc:docMk/>
          <pc:sldMk cId="1420741441" sldId="267"/>
        </pc:sldMkLst>
        <pc:spChg chg="mod">
          <ac:chgData name="Ben Sherman" userId="B2Z592lpL5s/ObuOB+DIn3zrvTqQrPzfLcooue0z7rE=" providerId="None" clId="Web-{6B177B3A-1D3B-46B5-A65D-21B505F0CDC2}" dt="2024-10-04T20:39:25.233" v="16" actId="20577"/>
          <ac:spMkLst>
            <pc:docMk/>
            <pc:sldMk cId="1420741441" sldId="267"/>
            <ac:spMk id="3" creationId="{BC644F39-0BE6-C82D-D117-F6B8F5128E25}"/>
          </ac:spMkLst>
        </pc:spChg>
      </pc:sldChg>
      <pc:sldChg chg="modSp">
        <pc:chgData name="Ben Sherman" userId="B2Z592lpL5s/ObuOB+DIn3zrvTqQrPzfLcooue0z7rE=" providerId="None" clId="Web-{6B177B3A-1D3B-46B5-A65D-21B505F0CDC2}" dt="2024-10-04T21:05:12.784" v="82" actId="20577"/>
        <pc:sldMkLst>
          <pc:docMk/>
          <pc:sldMk cId="1461588359" sldId="269"/>
        </pc:sldMkLst>
        <pc:spChg chg="mod">
          <ac:chgData name="Ben Sherman" userId="B2Z592lpL5s/ObuOB+DIn3zrvTqQrPzfLcooue0z7rE=" providerId="None" clId="Web-{6B177B3A-1D3B-46B5-A65D-21B505F0CDC2}" dt="2024-10-04T20:55:51.412" v="54" actId="20577"/>
          <ac:spMkLst>
            <pc:docMk/>
            <pc:sldMk cId="1461588359" sldId="269"/>
            <ac:spMk id="2" creationId="{C8DDF817-7874-5C02-CECC-4E106A454D5A}"/>
          </ac:spMkLst>
        </pc:spChg>
        <pc:spChg chg="mod">
          <ac:chgData name="Ben Sherman" userId="B2Z592lpL5s/ObuOB+DIn3zrvTqQrPzfLcooue0z7rE=" providerId="None" clId="Web-{6B177B3A-1D3B-46B5-A65D-21B505F0CDC2}" dt="2024-10-04T21:05:12.784" v="82" actId="20577"/>
          <ac:spMkLst>
            <pc:docMk/>
            <pc:sldMk cId="1461588359" sldId="269"/>
            <ac:spMk id="3" creationId="{BC644F39-0BE6-C82D-D117-F6B8F5128E25}"/>
          </ac:spMkLst>
        </pc:spChg>
      </pc:sldChg>
      <pc:sldChg chg="modSp">
        <pc:chgData name="Ben Sherman" userId="B2Z592lpL5s/ObuOB+DIn3zrvTqQrPzfLcooue0z7rE=" providerId="None" clId="Web-{6B177B3A-1D3B-46B5-A65D-21B505F0CDC2}" dt="2024-10-04T21:22:13.323" v="167" actId="20577"/>
        <pc:sldMkLst>
          <pc:docMk/>
          <pc:sldMk cId="1024818632" sldId="270"/>
        </pc:sldMkLst>
        <pc:spChg chg="mod">
          <ac:chgData name="Ben Sherman" userId="B2Z592lpL5s/ObuOB+DIn3zrvTqQrPzfLcooue0z7rE=" providerId="None" clId="Web-{6B177B3A-1D3B-46B5-A65D-21B505F0CDC2}" dt="2024-10-04T21:22:13.323" v="167" actId="20577"/>
          <ac:spMkLst>
            <pc:docMk/>
            <pc:sldMk cId="1024818632" sldId="270"/>
            <ac:spMk id="3" creationId="{BC644F39-0BE6-C82D-D117-F6B8F5128E25}"/>
          </ac:spMkLst>
        </pc:spChg>
      </pc:sldChg>
    </pc:docChg>
  </pc:docChgLst>
  <pc:docChgLst>
    <pc:chgData name="Ben Sherman" userId="B2Z592lpL5s/ObuOB+DIn3zrvTqQrPzfLcooue0z7rE=" providerId="None" clId="Web-{193EF358-2031-4CAD-A449-C8A22AA78AB8}"/>
    <pc:docChg chg="modSld">
      <pc:chgData name="Ben Sherman" userId="B2Z592lpL5s/ObuOB+DIn3zrvTqQrPzfLcooue0z7rE=" providerId="None" clId="Web-{193EF358-2031-4CAD-A449-C8A22AA78AB8}" dt="2024-10-07T21:58:30.525" v="84" actId="20577"/>
      <pc:docMkLst>
        <pc:docMk/>
      </pc:docMkLst>
      <pc:sldChg chg="modSp">
        <pc:chgData name="Ben Sherman" userId="B2Z592lpL5s/ObuOB+DIn3zrvTqQrPzfLcooue0z7rE=" providerId="None" clId="Web-{193EF358-2031-4CAD-A449-C8A22AA78AB8}" dt="2024-10-07T21:00:22.135" v="25" actId="20577"/>
        <pc:sldMkLst>
          <pc:docMk/>
          <pc:sldMk cId="2363649107" sldId="266"/>
        </pc:sldMkLst>
        <pc:spChg chg="mod">
          <ac:chgData name="Ben Sherman" userId="B2Z592lpL5s/ObuOB+DIn3zrvTqQrPzfLcooue0z7rE=" providerId="None" clId="Web-{193EF358-2031-4CAD-A449-C8A22AA78AB8}" dt="2024-10-07T21:00:22.135" v="25" actId="20577"/>
          <ac:spMkLst>
            <pc:docMk/>
            <pc:sldMk cId="2363649107" sldId="266"/>
            <ac:spMk id="3" creationId="{BC644F39-0BE6-C82D-D117-F6B8F5128E25}"/>
          </ac:spMkLst>
        </pc:spChg>
        <pc:picChg chg="mod">
          <ac:chgData name="Ben Sherman" userId="B2Z592lpL5s/ObuOB+DIn3zrvTqQrPzfLcooue0z7rE=" providerId="None" clId="Web-{193EF358-2031-4CAD-A449-C8A22AA78AB8}" dt="2024-10-07T20:58:12.725" v="12" actId="1076"/>
          <ac:picMkLst>
            <pc:docMk/>
            <pc:sldMk cId="2363649107" sldId="266"/>
            <ac:picMk id="7" creationId="{12653AE3-EE7F-593B-AEDF-AB83F3443A8A}"/>
          </ac:picMkLst>
        </pc:picChg>
      </pc:sldChg>
      <pc:sldChg chg="addSp delSp modSp modNotes">
        <pc:chgData name="Ben Sherman" userId="B2Z592lpL5s/ObuOB+DIn3zrvTqQrPzfLcooue0z7rE=" providerId="None" clId="Web-{193EF358-2031-4CAD-A449-C8A22AA78AB8}" dt="2024-10-07T21:50:23.496" v="68" actId="20577"/>
        <pc:sldMkLst>
          <pc:docMk/>
          <pc:sldMk cId="1024818632" sldId="270"/>
        </pc:sldMkLst>
        <pc:spChg chg="mod">
          <ac:chgData name="Ben Sherman" userId="B2Z592lpL5s/ObuOB+DIn3zrvTqQrPzfLcooue0z7rE=" providerId="None" clId="Web-{193EF358-2031-4CAD-A449-C8A22AA78AB8}" dt="2024-10-07T21:50:23.496" v="68" actId="20577"/>
          <ac:spMkLst>
            <pc:docMk/>
            <pc:sldMk cId="1024818632" sldId="270"/>
            <ac:spMk id="3" creationId="{BC644F39-0BE6-C82D-D117-F6B8F5128E25}"/>
          </ac:spMkLst>
        </pc:spChg>
        <pc:picChg chg="del">
          <ac:chgData name="Ben Sherman" userId="B2Z592lpL5s/ObuOB+DIn3zrvTqQrPzfLcooue0z7rE=" providerId="None" clId="Web-{193EF358-2031-4CAD-A449-C8A22AA78AB8}" dt="2024-10-07T21:18:10.581" v="60"/>
          <ac:picMkLst>
            <pc:docMk/>
            <pc:sldMk cId="1024818632" sldId="270"/>
            <ac:picMk id="5" creationId="{43ADA9D2-7D8D-87BA-5B84-516D644E6E69}"/>
          </ac:picMkLst>
        </pc:picChg>
        <pc:picChg chg="add mod">
          <ac:chgData name="Ben Sherman" userId="B2Z592lpL5s/ObuOB+DIn3zrvTqQrPzfLcooue0z7rE=" providerId="None" clId="Web-{193EF358-2031-4CAD-A449-C8A22AA78AB8}" dt="2024-10-07T21:21:18.195" v="64" actId="1076"/>
          <ac:picMkLst>
            <pc:docMk/>
            <pc:sldMk cId="1024818632" sldId="270"/>
            <ac:picMk id="6" creationId="{1C2E1A54-9D77-3921-5366-72DF636DCF71}"/>
          </ac:picMkLst>
        </pc:picChg>
      </pc:sldChg>
      <pc:sldChg chg="modSp">
        <pc:chgData name="Ben Sherman" userId="B2Z592lpL5s/ObuOB+DIn3zrvTqQrPzfLcooue0z7rE=" providerId="None" clId="Web-{193EF358-2031-4CAD-A449-C8A22AA78AB8}" dt="2024-10-07T21:58:30.525" v="84" actId="20577"/>
        <pc:sldMkLst>
          <pc:docMk/>
          <pc:sldMk cId="1099004406" sldId="271"/>
        </pc:sldMkLst>
        <pc:spChg chg="mod">
          <ac:chgData name="Ben Sherman" userId="B2Z592lpL5s/ObuOB+DIn3zrvTqQrPzfLcooue0z7rE=" providerId="None" clId="Web-{193EF358-2031-4CAD-A449-C8A22AA78AB8}" dt="2024-10-07T21:58:30.525" v="84" actId="20577"/>
          <ac:spMkLst>
            <pc:docMk/>
            <pc:sldMk cId="1099004406" sldId="271"/>
            <ac:spMk id="3" creationId="{BC644F39-0BE6-C82D-D117-F6B8F5128E25}"/>
          </ac:spMkLst>
        </pc:spChg>
      </pc:sldChg>
    </pc:docChg>
  </pc:docChgLst>
  <pc:docChgLst>
    <pc:chgData name="Ben Sherman" userId="B2Z592lpL5s/ObuOB+DIn3zrvTqQrPzfLcooue0z7rE=" providerId="None" clId="Web-{D83CF559-3B7C-45BD-9F43-9B1E201C6C5E}"/>
    <pc:docChg chg="modSld">
      <pc:chgData name="Ben Sherman" userId="B2Z592lpL5s/ObuOB+DIn3zrvTqQrPzfLcooue0z7rE=" providerId="None" clId="Web-{D83CF559-3B7C-45BD-9F43-9B1E201C6C5E}" dt="2024-10-23T20:41:28.558" v="1" actId="20577"/>
      <pc:docMkLst>
        <pc:docMk/>
      </pc:docMkLst>
      <pc:sldChg chg="modSp">
        <pc:chgData name="Ben Sherman" userId="B2Z592lpL5s/ObuOB+DIn3zrvTqQrPzfLcooue0z7rE=" providerId="None" clId="Web-{D83CF559-3B7C-45BD-9F43-9B1E201C6C5E}" dt="2024-10-23T20:41:28.558" v="1" actId="20577"/>
        <pc:sldMkLst>
          <pc:docMk/>
          <pc:sldMk cId="114823298" sldId="262"/>
        </pc:sldMkLst>
        <pc:spChg chg="mod">
          <ac:chgData name="Ben Sherman" userId="B2Z592lpL5s/ObuOB+DIn3zrvTqQrPzfLcooue0z7rE=" providerId="None" clId="Web-{D83CF559-3B7C-45BD-9F43-9B1E201C6C5E}" dt="2024-10-23T20:41:28.558" v="1" actId="20577"/>
          <ac:spMkLst>
            <pc:docMk/>
            <pc:sldMk cId="114823298" sldId="262"/>
            <ac:spMk id="2" creationId="{C8DDF817-7874-5C02-CECC-4E106A454D5A}"/>
          </ac:spMkLst>
        </pc:spChg>
      </pc:sldChg>
    </pc:docChg>
  </pc:docChgLst>
  <pc:docChgLst>
    <pc:chgData name="Trace Shafer" userId="XrbJnax0RagH4bMr75mmHnJqJ15V3xLAIGES0Lm1IU4=" providerId="None" clId="Web-{1CB888BB-6F52-4453-A0D3-B7D3C4669151}"/>
    <pc:docChg chg="addSld modSld">
      <pc:chgData name="Trace Shafer" userId="XrbJnax0RagH4bMr75mmHnJqJ15V3xLAIGES0Lm1IU4=" providerId="None" clId="Web-{1CB888BB-6F52-4453-A0D3-B7D3C4669151}" dt="2024-10-11T21:15:01.949" v="201" actId="20577"/>
      <pc:docMkLst>
        <pc:docMk/>
      </pc:docMkLst>
      <pc:sldChg chg="modSp">
        <pc:chgData name="Trace Shafer" userId="XrbJnax0RagH4bMr75mmHnJqJ15V3xLAIGES0Lm1IU4=" providerId="None" clId="Web-{1CB888BB-6F52-4453-A0D3-B7D3C4669151}" dt="2024-10-11T19:55:03.897" v="26" actId="20577"/>
        <pc:sldMkLst>
          <pc:docMk/>
          <pc:sldMk cId="2078996173" sldId="265"/>
        </pc:sldMkLst>
        <pc:spChg chg="mod">
          <ac:chgData name="Trace Shafer" userId="XrbJnax0RagH4bMr75mmHnJqJ15V3xLAIGES0Lm1IU4=" providerId="None" clId="Web-{1CB888BB-6F52-4453-A0D3-B7D3C4669151}" dt="2024-10-11T19:55:03.897" v="26" actId="20577"/>
          <ac:spMkLst>
            <pc:docMk/>
            <pc:sldMk cId="2078996173" sldId="265"/>
            <ac:spMk id="3" creationId="{BC644F39-0BE6-C82D-D117-F6B8F5128E25}"/>
          </ac:spMkLst>
        </pc:spChg>
      </pc:sldChg>
      <pc:sldChg chg="modSp">
        <pc:chgData name="Trace Shafer" userId="XrbJnax0RagH4bMr75mmHnJqJ15V3xLAIGES0Lm1IU4=" providerId="None" clId="Web-{1CB888BB-6F52-4453-A0D3-B7D3C4669151}" dt="2024-10-11T20:09:48.268" v="184" actId="20577"/>
        <pc:sldMkLst>
          <pc:docMk/>
          <pc:sldMk cId="2675542483" sldId="274"/>
        </pc:sldMkLst>
        <pc:spChg chg="mod">
          <ac:chgData name="Trace Shafer" userId="XrbJnax0RagH4bMr75mmHnJqJ15V3xLAIGES0Lm1IU4=" providerId="None" clId="Web-{1CB888BB-6F52-4453-A0D3-B7D3C4669151}" dt="2024-10-11T20:09:48.268" v="184" actId="20577"/>
          <ac:spMkLst>
            <pc:docMk/>
            <pc:sldMk cId="2675542483" sldId="274"/>
            <ac:spMk id="3" creationId="{BC644F39-0BE6-C82D-D117-F6B8F5128E25}"/>
          </ac:spMkLst>
        </pc:spChg>
      </pc:sldChg>
      <pc:sldChg chg="addSp modSp">
        <pc:chgData name="Trace Shafer" userId="XrbJnax0RagH4bMr75mmHnJqJ15V3xLAIGES0Lm1IU4=" providerId="None" clId="Web-{1CB888BB-6F52-4453-A0D3-B7D3C4669151}" dt="2024-10-11T21:15:01.949" v="201" actId="20577"/>
        <pc:sldMkLst>
          <pc:docMk/>
          <pc:sldMk cId="1121307087" sldId="275"/>
        </pc:sldMkLst>
        <pc:spChg chg="mod">
          <ac:chgData name="Trace Shafer" userId="XrbJnax0RagH4bMr75mmHnJqJ15V3xLAIGES0Lm1IU4=" providerId="None" clId="Web-{1CB888BB-6F52-4453-A0D3-B7D3C4669151}" dt="2024-10-11T21:15:01.949" v="201" actId="20577"/>
          <ac:spMkLst>
            <pc:docMk/>
            <pc:sldMk cId="1121307087" sldId="275"/>
            <ac:spMk id="3" creationId="{BC644F39-0BE6-C82D-D117-F6B8F5128E25}"/>
          </ac:spMkLst>
        </pc:spChg>
        <pc:picChg chg="mod">
          <ac:chgData name="Trace Shafer" userId="XrbJnax0RagH4bMr75mmHnJqJ15V3xLAIGES0Lm1IU4=" providerId="None" clId="Web-{1CB888BB-6F52-4453-A0D3-B7D3C4669151}" dt="2024-10-11T19:57:17.493" v="33" actId="1076"/>
          <ac:picMkLst>
            <pc:docMk/>
            <pc:sldMk cId="1121307087" sldId="275"/>
            <ac:picMk id="6" creationId="{F80FEE0A-80D0-4176-D488-8A27E7D2020F}"/>
          </ac:picMkLst>
        </pc:picChg>
        <pc:picChg chg="add mod ord">
          <ac:chgData name="Trace Shafer" userId="XrbJnax0RagH4bMr75mmHnJqJ15V3xLAIGES0Lm1IU4=" providerId="None" clId="Web-{1CB888BB-6F52-4453-A0D3-B7D3C4669151}" dt="2024-10-11T19:57:23.571" v="34" actId="1076"/>
          <ac:picMkLst>
            <pc:docMk/>
            <pc:sldMk cId="1121307087" sldId="275"/>
            <ac:picMk id="7" creationId="{80EC7235-D97E-101B-8FA0-BB6F3C2724D7}"/>
          </ac:picMkLst>
        </pc:picChg>
      </pc:sldChg>
      <pc:sldChg chg="modSp add replId">
        <pc:chgData name="Trace Shafer" userId="XrbJnax0RagH4bMr75mmHnJqJ15V3xLAIGES0Lm1IU4=" providerId="None" clId="Web-{1CB888BB-6F52-4453-A0D3-B7D3C4669151}" dt="2024-10-11T20:25:11.186" v="199" actId="20577"/>
        <pc:sldMkLst>
          <pc:docMk/>
          <pc:sldMk cId="112256977" sldId="283"/>
        </pc:sldMkLst>
        <pc:spChg chg="mod">
          <ac:chgData name="Trace Shafer" userId="XrbJnax0RagH4bMr75mmHnJqJ15V3xLAIGES0Lm1IU4=" providerId="None" clId="Web-{1CB888BB-6F52-4453-A0D3-B7D3C4669151}" dt="2024-10-11T20:25:11.186" v="199" actId="20577"/>
          <ac:spMkLst>
            <pc:docMk/>
            <pc:sldMk cId="112256977" sldId="283"/>
            <ac:spMk id="2" creationId="{C8DDF817-7874-5C02-CECC-4E106A454D5A}"/>
          </ac:spMkLst>
        </pc:spChg>
      </pc:sldChg>
    </pc:docChg>
  </pc:docChgLst>
  <pc:docChgLst>
    <pc:chgData name="Ben Sherman" userId="B2Z592lpL5s/ObuOB+DIn3zrvTqQrPzfLcooue0z7rE=" providerId="None" clId="Web-{299F6AB9-DBEC-45A6-B0C8-6402B2C872FD}"/>
    <pc:docChg chg="modSld">
      <pc:chgData name="Ben Sherman" userId="B2Z592lpL5s/ObuOB+DIn3zrvTqQrPzfLcooue0z7rE=" providerId="None" clId="Web-{299F6AB9-DBEC-45A6-B0C8-6402B2C872FD}" dt="2024-10-02T22:31:42.200" v="240" actId="20577"/>
      <pc:docMkLst>
        <pc:docMk/>
      </pc:docMkLst>
      <pc:sldChg chg="modSp">
        <pc:chgData name="Ben Sherman" userId="B2Z592lpL5s/ObuOB+DIn3zrvTqQrPzfLcooue0z7rE=" providerId="None" clId="Web-{299F6AB9-DBEC-45A6-B0C8-6402B2C872FD}" dt="2024-10-02T22:29:24.103" v="226" actId="20577"/>
        <pc:sldMkLst>
          <pc:docMk/>
          <pc:sldMk cId="2078996173" sldId="265"/>
        </pc:sldMkLst>
        <pc:spChg chg="mod">
          <ac:chgData name="Ben Sherman" userId="B2Z592lpL5s/ObuOB+DIn3zrvTqQrPzfLcooue0z7rE=" providerId="None" clId="Web-{299F6AB9-DBEC-45A6-B0C8-6402B2C872FD}" dt="2024-10-02T22:29:24.103" v="226" actId="20577"/>
          <ac:spMkLst>
            <pc:docMk/>
            <pc:sldMk cId="2078996173" sldId="265"/>
            <ac:spMk id="3" creationId="{BC644F39-0BE6-C82D-D117-F6B8F5128E25}"/>
          </ac:spMkLst>
        </pc:spChg>
      </pc:sldChg>
      <pc:sldChg chg="addSp modSp">
        <pc:chgData name="Ben Sherman" userId="B2Z592lpL5s/ObuOB+DIn3zrvTqQrPzfLcooue0z7rE=" providerId="None" clId="Web-{299F6AB9-DBEC-45A6-B0C8-6402B2C872FD}" dt="2024-10-02T22:07:50.893" v="64" actId="20577"/>
        <pc:sldMkLst>
          <pc:docMk/>
          <pc:sldMk cId="2363649107" sldId="266"/>
        </pc:sldMkLst>
        <pc:spChg chg="mod">
          <ac:chgData name="Ben Sherman" userId="B2Z592lpL5s/ObuOB+DIn3zrvTqQrPzfLcooue0z7rE=" providerId="None" clId="Web-{299F6AB9-DBEC-45A6-B0C8-6402B2C872FD}" dt="2024-10-02T22:07:50.893" v="64" actId="20577"/>
          <ac:spMkLst>
            <pc:docMk/>
            <pc:sldMk cId="2363649107" sldId="266"/>
            <ac:spMk id="3" creationId="{BC644F39-0BE6-C82D-D117-F6B8F5128E25}"/>
          </ac:spMkLst>
        </pc:spChg>
        <pc:picChg chg="mod">
          <ac:chgData name="Ben Sherman" userId="B2Z592lpL5s/ObuOB+DIn3zrvTqQrPzfLcooue0z7rE=" providerId="None" clId="Web-{299F6AB9-DBEC-45A6-B0C8-6402B2C872FD}" dt="2024-10-02T19:47:14.038" v="0" actId="1076"/>
          <ac:picMkLst>
            <pc:docMk/>
            <pc:sldMk cId="2363649107" sldId="266"/>
            <ac:picMk id="5" creationId="{E2479D0B-7DC3-EDF9-AE1E-63AE1257A2E3}"/>
          </ac:picMkLst>
        </pc:picChg>
        <pc:picChg chg="add mod modCrop">
          <ac:chgData name="Ben Sherman" userId="B2Z592lpL5s/ObuOB+DIn3zrvTqQrPzfLcooue0z7rE=" providerId="None" clId="Web-{299F6AB9-DBEC-45A6-B0C8-6402B2C872FD}" dt="2024-10-02T21:51:37.173" v="9" actId="14100"/>
          <ac:picMkLst>
            <pc:docMk/>
            <pc:sldMk cId="2363649107" sldId="266"/>
            <ac:picMk id="6" creationId="{F80FEE0A-80D0-4176-D488-8A27E7D2020F}"/>
          </ac:picMkLst>
        </pc:picChg>
      </pc:sldChg>
      <pc:sldChg chg="addSp modSp">
        <pc:chgData name="Ben Sherman" userId="B2Z592lpL5s/ObuOB+DIn3zrvTqQrPzfLcooue0z7rE=" providerId="None" clId="Web-{299F6AB9-DBEC-45A6-B0C8-6402B2C872FD}" dt="2024-10-02T22:30:35.745" v="235" actId="1076"/>
        <pc:sldMkLst>
          <pc:docMk/>
          <pc:sldMk cId="1024818632" sldId="270"/>
        </pc:sldMkLst>
        <pc:spChg chg="mod">
          <ac:chgData name="Ben Sherman" userId="B2Z592lpL5s/ObuOB+DIn3zrvTqQrPzfLcooue0z7rE=" providerId="None" clId="Web-{299F6AB9-DBEC-45A6-B0C8-6402B2C872FD}" dt="2024-10-02T22:30:34.214" v="234" actId="20577"/>
          <ac:spMkLst>
            <pc:docMk/>
            <pc:sldMk cId="1024818632" sldId="270"/>
            <ac:spMk id="3" creationId="{BC644F39-0BE6-C82D-D117-F6B8F5128E25}"/>
          </ac:spMkLst>
        </pc:spChg>
        <pc:picChg chg="add mod modCrop">
          <ac:chgData name="Ben Sherman" userId="B2Z592lpL5s/ObuOB+DIn3zrvTqQrPzfLcooue0z7rE=" providerId="None" clId="Web-{299F6AB9-DBEC-45A6-B0C8-6402B2C872FD}" dt="2024-10-02T22:30:35.745" v="235" actId="1076"/>
          <ac:picMkLst>
            <pc:docMk/>
            <pc:sldMk cId="1024818632" sldId="270"/>
            <ac:picMk id="5" creationId="{43ADA9D2-7D8D-87BA-5B84-516D644E6E69}"/>
          </ac:picMkLst>
        </pc:picChg>
      </pc:sldChg>
      <pc:sldChg chg="delSp modSp modNotes">
        <pc:chgData name="Ben Sherman" userId="B2Z592lpL5s/ObuOB+DIn3zrvTqQrPzfLcooue0z7rE=" providerId="None" clId="Web-{299F6AB9-DBEC-45A6-B0C8-6402B2C872FD}" dt="2024-10-02T22:31:42.200" v="240" actId="20577"/>
        <pc:sldMkLst>
          <pc:docMk/>
          <pc:sldMk cId="1099004406" sldId="271"/>
        </pc:sldMkLst>
        <pc:spChg chg="mod">
          <ac:chgData name="Ben Sherman" userId="B2Z592lpL5s/ObuOB+DIn3zrvTqQrPzfLcooue0z7rE=" providerId="None" clId="Web-{299F6AB9-DBEC-45A6-B0C8-6402B2C872FD}" dt="2024-10-02T22:31:42.200" v="240" actId="20577"/>
          <ac:spMkLst>
            <pc:docMk/>
            <pc:sldMk cId="1099004406" sldId="271"/>
            <ac:spMk id="3" creationId="{BC644F39-0BE6-C82D-D117-F6B8F5128E25}"/>
          </ac:spMkLst>
        </pc:spChg>
        <pc:spChg chg="del">
          <ac:chgData name="Ben Sherman" userId="B2Z592lpL5s/ObuOB+DIn3zrvTqQrPzfLcooue0z7rE=" providerId="None" clId="Web-{299F6AB9-DBEC-45A6-B0C8-6402B2C872FD}" dt="2024-10-02T22:12:50.539" v="153"/>
          <ac:spMkLst>
            <pc:docMk/>
            <pc:sldMk cId="1099004406" sldId="271"/>
            <ac:spMk id="6" creationId="{7891371A-646A-1753-9576-BA5FA90BEE81}"/>
          </ac:spMkLst>
        </pc:spChg>
      </pc:sldChg>
    </pc:docChg>
  </pc:docChgLst>
  <pc:docChgLst>
    <pc:chgData name="Ben Sherman" userId="B2Z592lpL5s/ObuOB+DIn3zrvTqQrPzfLcooue0z7rE=" providerId="None" clId="Web-{EAC23FE1-E156-4E09-A59D-EFC728C5E4AE}"/>
    <pc:docChg chg="addSld modSld">
      <pc:chgData name="Ben Sherman" userId="B2Z592lpL5s/ObuOB+DIn3zrvTqQrPzfLcooue0z7rE=" providerId="None" clId="Web-{EAC23FE1-E156-4E09-A59D-EFC728C5E4AE}" dt="2024-09-16T21:56:49.645" v="110" actId="20577"/>
      <pc:docMkLst>
        <pc:docMk/>
      </pc:docMkLst>
      <pc:sldChg chg="modSp">
        <pc:chgData name="Ben Sherman" userId="B2Z592lpL5s/ObuOB+DIn3zrvTqQrPzfLcooue0z7rE=" providerId="None" clId="Web-{EAC23FE1-E156-4E09-A59D-EFC728C5E4AE}" dt="2024-09-16T21:56:29.879" v="106" actId="20577"/>
        <pc:sldMkLst>
          <pc:docMk/>
          <pc:sldMk cId="4077004665" sldId="263"/>
        </pc:sldMkLst>
        <pc:spChg chg="mod">
          <ac:chgData name="Ben Sherman" userId="B2Z592lpL5s/ObuOB+DIn3zrvTqQrPzfLcooue0z7rE=" providerId="None" clId="Web-{EAC23FE1-E156-4E09-A59D-EFC728C5E4AE}" dt="2024-09-16T21:42:45.643" v="18" actId="20577"/>
          <ac:spMkLst>
            <pc:docMk/>
            <pc:sldMk cId="4077004665" sldId="263"/>
            <ac:spMk id="2" creationId="{C8DDF817-7874-5C02-CECC-4E106A454D5A}"/>
          </ac:spMkLst>
        </pc:spChg>
        <pc:spChg chg="mod">
          <ac:chgData name="Ben Sherman" userId="B2Z592lpL5s/ObuOB+DIn3zrvTqQrPzfLcooue0z7rE=" providerId="None" clId="Web-{EAC23FE1-E156-4E09-A59D-EFC728C5E4AE}" dt="2024-09-16T21:56:29.879" v="106" actId="20577"/>
          <ac:spMkLst>
            <pc:docMk/>
            <pc:sldMk cId="4077004665" sldId="263"/>
            <ac:spMk id="3" creationId="{BC644F39-0BE6-C82D-D117-F6B8F5128E25}"/>
          </ac:spMkLst>
        </pc:spChg>
      </pc:sldChg>
      <pc:sldChg chg="modSp">
        <pc:chgData name="Ben Sherman" userId="B2Z592lpL5s/ObuOB+DIn3zrvTqQrPzfLcooue0z7rE=" providerId="None" clId="Web-{EAC23FE1-E156-4E09-A59D-EFC728C5E4AE}" dt="2024-09-16T21:45:09.458" v="34" actId="20577"/>
        <pc:sldMkLst>
          <pc:docMk/>
          <pc:sldMk cId="2363649107" sldId="266"/>
        </pc:sldMkLst>
        <pc:spChg chg="mod">
          <ac:chgData name="Ben Sherman" userId="B2Z592lpL5s/ObuOB+DIn3zrvTqQrPzfLcooue0z7rE=" providerId="None" clId="Web-{EAC23FE1-E156-4E09-A59D-EFC728C5E4AE}" dt="2024-09-16T21:45:09.458" v="34" actId="20577"/>
          <ac:spMkLst>
            <pc:docMk/>
            <pc:sldMk cId="2363649107" sldId="266"/>
            <ac:spMk id="3" creationId="{BC644F39-0BE6-C82D-D117-F6B8F5128E25}"/>
          </ac:spMkLst>
        </pc:spChg>
      </pc:sldChg>
      <pc:sldChg chg="modSp">
        <pc:chgData name="Ben Sherman" userId="B2Z592lpL5s/ObuOB+DIn3zrvTqQrPzfLcooue0z7rE=" providerId="None" clId="Web-{EAC23FE1-E156-4E09-A59D-EFC728C5E4AE}" dt="2024-09-16T21:55:12.268" v="103" actId="20577"/>
        <pc:sldMkLst>
          <pc:docMk/>
          <pc:sldMk cId="2145951499" sldId="268"/>
        </pc:sldMkLst>
        <pc:spChg chg="mod">
          <ac:chgData name="Ben Sherman" userId="B2Z592lpL5s/ObuOB+DIn3zrvTqQrPzfLcooue0z7rE=" providerId="None" clId="Web-{EAC23FE1-E156-4E09-A59D-EFC728C5E4AE}" dt="2024-09-16T21:55:12.268" v="103" actId="20577"/>
          <ac:spMkLst>
            <pc:docMk/>
            <pc:sldMk cId="2145951499" sldId="268"/>
            <ac:spMk id="3" creationId="{BC644F39-0BE6-C82D-D117-F6B8F5128E25}"/>
          </ac:spMkLst>
        </pc:spChg>
      </pc:sldChg>
      <pc:sldChg chg="modSp">
        <pc:chgData name="Ben Sherman" userId="B2Z592lpL5s/ObuOB+DIn3zrvTqQrPzfLcooue0z7rE=" providerId="None" clId="Web-{EAC23FE1-E156-4E09-A59D-EFC728C5E4AE}" dt="2024-09-16T21:45:02.474" v="33" actId="20577"/>
        <pc:sldMkLst>
          <pc:docMk/>
          <pc:sldMk cId="1024818632" sldId="270"/>
        </pc:sldMkLst>
        <pc:spChg chg="mod">
          <ac:chgData name="Ben Sherman" userId="B2Z592lpL5s/ObuOB+DIn3zrvTqQrPzfLcooue0z7rE=" providerId="None" clId="Web-{EAC23FE1-E156-4E09-A59D-EFC728C5E4AE}" dt="2024-09-16T21:45:02.474" v="33" actId="20577"/>
          <ac:spMkLst>
            <pc:docMk/>
            <pc:sldMk cId="1024818632" sldId="270"/>
            <ac:spMk id="3" creationId="{BC644F39-0BE6-C82D-D117-F6B8F5128E25}"/>
          </ac:spMkLst>
        </pc:spChg>
      </pc:sldChg>
      <pc:sldChg chg="addSp delSp modSp">
        <pc:chgData name="Ben Sherman" userId="B2Z592lpL5s/ObuOB+DIn3zrvTqQrPzfLcooue0z7rE=" providerId="None" clId="Web-{EAC23FE1-E156-4E09-A59D-EFC728C5E4AE}" dt="2024-09-16T21:56:49.645" v="110" actId="20577"/>
        <pc:sldMkLst>
          <pc:docMk/>
          <pc:sldMk cId="1099004406" sldId="271"/>
        </pc:sldMkLst>
        <pc:spChg chg="mod">
          <ac:chgData name="Ben Sherman" userId="B2Z592lpL5s/ObuOB+DIn3zrvTqQrPzfLcooue0z7rE=" providerId="None" clId="Web-{EAC23FE1-E156-4E09-A59D-EFC728C5E4AE}" dt="2024-09-16T21:56:49.645" v="110" actId="20577"/>
          <ac:spMkLst>
            <pc:docMk/>
            <pc:sldMk cId="1099004406" sldId="271"/>
            <ac:spMk id="3" creationId="{BC644F39-0BE6-C82D-D117-F6B8F5128E25}"/>
          </ac:spMkLst>
        </pc:spChg>
        <pc:spChg chg="add mod">
          <ac:chgData name="Ben Sherman" userId="B2Z592lpL5s/ObuOB+DIn3zrvTqQrPzfLcooue0z7rE=" providerId="None" clId="Web-{EAC23FE1-E156-4E09-A59D-EFC728C5E4AE}" dt="2024-09-16T21:46:41.429" v="47" actId="14100"/>
          <ac:spMkLst>
            <pc:docMk/>
            <pc:sldMk cId="1099004406" sldId="271"/>
            <ac:spMk id="6" creationId="{7891371A-646A-1753-9576-BA5FA90BEE81}"/>
          </ac:spMkLst>
        </pc:spChg>
        <pc:graphicFrameChg chg="add del mod">
          <ac:chgData name="Ben Sherman" userId="B2Z592lpL5s/ObuOB+DIn3zrvTqQrPzfLcooue0z7rE=" providerId="None" clId="Web-{EAC23FE1-E156-4E09-A59D-EFC728C5E4AE}" dt="2024-09-16T21:49:33.526" v="74"/>
          <ac:graphicFrameMkLst>
            <pc:docMk/>
            <pc:sldMk cId="1099004406" sldId="271"/>
            <ac:graphicFrameMk id="8" creationId="{CAC89703-263B-01E2-93C2-8D21B98D1DA2}"/>
          </ac:graphicFrameMkLst>
        </pc:graphicFrameChg>
        <pc:graphicFrameChg chg="add del mod">
          <ac:chgData name="Ben Sherman" userId="B2Z592lpL5s/ObuOB+DIn3zrvTqQrPzfLcooue0z7rE=" providerId="None" clId="Web-{EAC23FE1-E156-4E09-A59D-EFC728C5E4AE}" dt="2024-09-16T21:49:31.136" v="73"/>
          <ac:graphicFrameMkLst>
            <pc:docMk/>
            <pc:sldMk cId="1099004406" sldId="271"/>
            <ac:graphicFrameMk id="10" creationId="{BA28AADB-5901-6C1C-325F-7078F5C0CAA5}"/>
          </ac:graphicFrameMkLst>
        </pc:graphicFrameChg>
        <pc:graphicFrameChg chg="add del mod modGraphic">
          <ac:chgData name="Ben Sherman" userId="B2Z592lpL5s/ObuOB+DIn3zrvTqQrPzfLcooue0z7rE=" providerId="None" clId="Web-{EAC23FE1-E156-4E09-A59D-EFC728C5E4AE}" dt="2024-09-16T21:49:52.433" v="85"/>
          <ac:graphicFrameMkLst>
            <pc:docMk/>
            <pc:sldMk cId="1099004406" sldId="271"/>
            <ac:graphicFrameMk id="12" creationId="{B7D65D56-21EA-9B06-B341-435704453980}"/>
          </ac:graphicFrameMkLst>
        </pc:graphicFrameChg>
      </pc:sldChg>
      <pc:sldChg chg="modSp add replId">
        <pc:chgData name="Ben Sherman" userId="B2Z592lpL5s/ObuOB+DIn3zrvTqQrPzfLcooue0z7rE=" providerId="None" clId="Web-{EAC23FE1-E156-4E09-A59D-EFC728C5E4AE}" dt="2024-09-16T21:44:40.145" v="31" actId="20577"/>
        <pc:sldMkLst>
          <pc:docMk/>
          <pc:sldMk cId="1966279469" sldId="272"/>
        </pc:sldMkLst>
        <pc:spChg chg="mod">
          <ac:chgData name="Ben Sherman" userId="B2Z592lpL5s/ObuOB+DIn3zrvTqQrPzfLcooue0z7rE=" providerId="None" clId="Web-{EAC23FE1-E156-4E09-A59D-EFC728C5E4AE}" dt="2024-09-16T21:44:24.176" v="24" actId="20577"/>
          <ac:spMkLst>
            <pc:docMk/>
            <pc:sldMk cId="1966279469" sldId="272"/>
            <ac:spMk id="2" creationId="{C8DDF817-7874-5C02-CECC-4E106A454D5A}"/>
          </ac:spMkLst>
        </pc:spChg>
        <pc:spChg chg="mod">
          <ac:chgData name="Ben Sherman" userId="B2Z592lpL5s/ObuOB+DIn3zrvTqQrPzfLcooue0z7rE=" providerId="None" clId="Web-{EAC23FE1-E156-4E09-A59D-EFC728C5E4AE}" dt="2024-09-16T21:44:40.145" v="31" actId="20577"/>
          <ac:spMkLst>
            <pc:docMk/>
            <pc:sldMk cId="1966279469" sldId="272"/>
            <ac:spMk id="3" creationId="{BC644F39-0BE6-C82D-D117-F6B8F5128E25}"/>
          </ac:spMkLst>
        </pc:spChg>
      </pc:sldChg>
    </pc:docChg>
  </pc:docChgLst>
  <pc:docChgLst>
    <pc:chgData name="Ben Sherman" userId="B2Z592lpL5s/ObuOB+DIn3zrvTqQrPzfLcooue0z7rE=" providerId="None" clId="Web-{FAF7D9CF-5102-4EC5-9820-9615A4C49562}"/>
    <pc:docChg chg="modSld">
      <pc:chgData name="Ben Sherman" userId="B2Z592lpL5s/ObuOB+DIn3zrvTqQrPzfLcooue0z7rE=" providerId="None" clId="Web-{FAF7D9CF-5102-4EC5-9820-9615A4C49562}" dt="2024-10-23T20:47:58.153" v="286" actId="20577"/>
      <pc:docMkLst>
        <pc:docMk/>
      </pc:docMkLst>
      <pc:sldChg chg="modSp">
        <pc:chgData name="Ben Sherman" userId="B2Z592lpL5s/ObuOB+DIn3zrvTqQrPzfLcooue0z7rE=" providerId="None" clId="Web-{FAF7D9CF-5102-4EC5-9820-9615A4C49562}" dt="2024-10-23T20:47:58.153" v="286" actId="20577"/>
        <pc:sldMkLst>
          <pc:docMk/>
          <pc:sldMk cId="3951028242" sldId="285"/>
        </pc:sldMkLst>
        <pc:spChg chg="mod">
          <ac:chgData name="Ben Sherman" userId="B2Z592lpL5s/ObuOB+DIn3zrvTqQrPzfLcooue0z7rE=" providerId="None" clId="Web-{FAF7D9CF-5102-4EC5-9820-9615A4C49562}" dt="2024-10-23T20:47:58.153" v="286" actId="20577"/>
          <ac:spMkLst>
            <pc:docMk/>
            <pc:sldMk cId="3951028242" sldId="285"/>
            <ac:spMk id="3" creationId="{BC644F39-0BE6-C82D-D117-F6B8F5128E25}"/>
          </ac:spMkLst>
        </pc:spChg>
      </pc:sldChg>
      <pc:sldChg chg="modSp">
        <pc:chgData name="Ben Sherman" userId="B2Z592lpL5s/ObuOB+DIn3zrvTqQrPzfLcooue0z7rE=" providerId="None" clId="Web-{FAF7D9CF-5102-4EC5-9820-9615A4C49562}" dt="2024-10-23T20:45:40.104" v="243" actId="20577"/>
        <pc:sldMkLst>
          <pc:docMk/>
          <pc:sldMk cId="1607088216" sldId="288"/>
        </pc:sldMkLst>
        <pc:spChg chg="mod">
          <ac:chgData name="Ben Sherman" userId="B2Z592lpL5s/ObuOB+DIn3zrvTqQrPzfLcooue0z7rE=" providerId="None" clId="Web-{FAF7D9CF-5102-4EC5-9820-9615A4C49562}" dt="2024-10-23T20:45:40.104" v="243" actId="20577"/>
          <ac:spMkLst>
            <pc:docMk/>
            <pc:sldMk cId="1607088216" sldId="288"/>
            <ac:spMk id="3" creationId="{BC644F39-0BE6-C82D-D117-F6B8F5128E25}"/>
          </ac:spMkLst>
        </pc:spChg>
      </pc:sldChg>
    </pc:docChg>
  </pc:docChgLst>
  <pc:docChgLst>
    <pc:chgData name="Trace Shafer" userId="XrbJnax0RagH4bMr75mmHnJqJ15V3xLAIGES0Lm1IU4=" providerId="None" clId="Web-{17D5BE02-B2F0-424D-8316-B84D2F445991}"/>
    <pc:docChg chg="modSld">
      <pc:chgData name="Trace Shafer" userId="XrbJnax0RagH4bMr75mmHnJqJ15V3xLAIGES0Lm1IU4=" providerId="None" clId="Web-{17D5BE02-B2F0-424D-8316-B84D2F445991}" dt="2024-09-18T19:59:22.946" v="265" actId="20577"/>
      <pc:docMkLst>
        <pc:docMk/>
      </pc:docMkLst>
      <pc:sldChg chg="modSp">
        <pc:chgData name="Trace Shafer" userId="XrbJnax0RagH4bMr75mmHnJqJ15V3xLAIGES0Lm1IU4=" providerId="None" clId="Web-{17D5BE02-B2F0-424D-8316-B84D2F445991}" dt="2024-09-18T19:59:22.946" v="265" actId="20577"/>
        <pc:sldMkLst>
          <pc:docMk/>
          <pc:sldMk cId="1966279469" sldId="272"/>
        </pc:sldMkLst>
        <pc:spChg chg="mod">
          <ac:chgData name="Trace Shafer" userId="XrbJnax0RagH4bMr75mmHnJqJ15V3xLAIGES0Lm1IU4=" providerId="None" clId="Web-{17D5BE02-B2F0-424D-8316-B84D2F445991}" dt="2024-09-18T19:59:22.946" v="265" actId="20577"/>
          <ac:spMkLst>
            <pc:docMk/>
            <pc:sldMk cId="1966279469" sldId="272"/>
            <ac:spMk id="3" creationId="{BC644F39-0BE6-C82D-D117-F6B8F5128E25}"/>
          </ac:spMkLst>
        </pc:spChg>
      </pc:sldChg>
    </pc:docChg>
  </pc:docChgLst>
  <pc:docChgLst>
    <pc:chgData name="Ben Sherman" userId="B2Z592lpL5s/ObuOB+DIn3zrvTqQrPzfLcooue0z7rE=" providerId="None" clId="Web-{4FC79F92-6BB0-403A-8209-02A797BB48D3}"/>
    <pc:docChg chg="addSld modSld">
      <pc:chgData name="Ben Sherman" userId="B2Z592lpL5s/ObuOB+DIn3zrvTqQrPzfLcooue0z7rE=" providerId="None" clId="Web-{4FC79F92-6BB0-403A-8209-02A797BB48D3}" dt="2024-10-23T20:15:43.146" v="101" actId="20577"/>
      <pc:docMkLst>
        <pc:docMk/>
      </pc:docMkLst>
      <pc:sldChg chg="modSp">
        <pc:chgData name="Ben Sherman" userId="B2Z592lpL5s/ObuOB+DIn3zrvTqQrPzfLcooue0z7rE=" providerId="None" clId="Web-{4FC79F92-6BB0-403A-8209-02A797BB48D3}" dt="2024-10-23T19:45:08.995" v="4" actId="20577"/>
        <pc:sldMkLst>
          <pc:docMk/>
          <pc:sldMk cId="114823298" sldId="262"/>
        </pc:sldMkLst>
        <pc:spChg chg="mod">
          <ac:chgData name="Ben Sherman" userId="B2Z592lpL5s/ObuOB+DIn3zrvTqQrPzfLcooue0z7rE=" providerId="None" clId="Web-{4FC79F92-6BB0-403A-8209-02A797BB48D3}" dt="2024-10-23T19:45:08.995" v="4" actId="20577"/>
          <ac:spMkLst>
            <pc:docMk/>
            <pc:sldMk cId="114823298" sldId="262"/>
            <ac:spMk id="3" creationId="{BC644F39-0BE6-C82D-D117-F6B8F5128E25}"/>
          </ac:spMkLst>
        </pc:spChg>
      </pc:sldChg>
      <pc:sldChg chg="addSp delSp modSp">
        <pc:chgData name="Ben Sherman" userId="B2Z592lpL5s/ObuOB+DIn3zrvTqQrPzfLcooue0z7rE=" providerId="None" clId="Web-{4FC79F92-6BB0-403A-8209-02A797BB48D3}" dt="2024-10-23T19:47:54.233" v="11" actId="20577"/>
        <pc:sldMkLst>
          <pc:docMk/>
          <pc:sldMk cId="3951028242" sldId="285"/>
        </pc:sldMkLst>
        <pc:spChg chg="mod">
          <ac:chgData name="Ben Sherman" userId="B2Z592lpL5s/ObuOB+DIn3zrvTqQrPzfLcooue0z7rE=" providerId="None" clId="Web-{4FC79F92-6BB0-403A-8209-02A797BB48D3}" dt="2024-10-23T19:47:50.780" v="10" actId="20577"/>
          <ac:spMkLst>
            <pc:docMk/>
            <pc:sldMk cId="3951028242" sldId="285"/>
            <ac:spMk id="2" creationId="{C8DDF817-7874-5C02-CECC-4E106A454D5A}"/>
          </ac:spMkLst>
        </pc:spChg>
        <pc:spChg chg="mod">
          <ac:chgData name="Ben Sherman" userId="B2Z592lpL5s/ObuOB+DIn3zrvTqQrPzfLcooue0z7rE=" providerId="None" clId="Web-{4FC79F92-6BB0-403A-8209-02A797BB48D3}" dt="2024-10-23T19:47:54.233" v="11" actId="20577"/>
          <ac:spMkLst>
            <pc:docMk/>
            <pc:sldMk cId="3951028242" sldId="285"/>
            <ac:spMk id="3" creationId="{BC644F39-0BE6-C82D-D117-F6B8F5128E25}"/>
          </ac:spMkLst>
        </pc:spChg>
        <pc:spChg chg="add del mod">
          <ac:chgData name="Ben Sherman" userId="B2Z592lpL5s/ObuOB+DIn3zrvTqQrPzfLcooue0z7rE=" providerId="None" clId="Web-{4FC79F92-6BB0-403A-8209-02A797BB48D3}" dt="2024-10-23T19:47:37.264" v="7"/>
          <ac:spMkLst>
            <pc:docMk/>
            <pc:sldMk cId="3951028242" sldId="285"/>
            <ac:spMk id="5" creationId="{68A9DC3B-5FF0-2D11-560D-AF74286CC1F7}"/>
          </ac:spMkLst>
        </pc:spChg>
      </pc:sldChg>
      <pc:sldChg chg="modSp add replId">
        <pc:chgData name="Ben Sherman" userId="B2Z592lpL5s/ObuOB+DIn3zrvTqQrPzfLcooue0z7rE=" providerId="None" clId="Web-{4FC79F92-6BB0-403A-8209-02A797BB48D3}" dt="2024-10-23T20:15:43.146" v="101" actId="20577"/>
        <pc:sldMkLst>
          <pc:docMk/>
          <pc:sldMk cId="1607088216" sldId="288"/>
        </pc:sldMkLst>
        <pc:spChg chg="mod">
          <ac:chgData name="Ben Sherman" userId="B2Z592lpL5s/ObuOB+DIn3zrvTqQrPzfLcooue0z7rE=" providerId="None" clId="Web-{4FC79F92-6BB0-403A-8209-02A797BB48D3}" dt="2024-10-23T20:15:43.146" v="101" actId="20577"/>
          <ac:spMkLst>
            <pc:docMk/>
            <pc:sldMk cId="1607088216" sldId="288"/>
            <ac:spMk id="3" creationId="{BC644F39-0BE6-C82D-D117-F6B8F5128E25}"/>
          </ac:spMkLst>
        </pc:spChg>
      </pc:sldChg>
    </pc:docChg>
  </pc:docChgLst>
  <pc:docChgLst>
    <pc:chgData name="Ben Sherman" userId="B2Z592lpL5s/ObuOB+DIn3zrvTqQrPzfLcooue0z7rE=" providerId="None" clId="Web-{A9AF6537-E39D-4086-ABB7-0EF2CE8C2D01}"/>
    <pc:docChg chg="modSld">
      <pc:chgData name="Ben Sherman" userId="B2Z592lpL5s/ObuOB+DIn3zrvTqQrPzfLcooue0z7rE=" providerId="None" clId="Web-{A9AF6537-E39D-4086-ABB7-0EF2CE8C2D01}" dt="2024-09-16T21:24:06.991" v="15" actId="20577"/>
      <pc:docMkLst>
        <pc:docMk/>
      </pc:docMkLst>
      <pc:sldChg chg="modSp">
        <pc:chgData name="Ben Sherman" userId="B2Z592lpL5s/ObuOB+DIn3zrvTqQrPzfLcooue0z7rE=" providerId="None" clId="Web-{A9AF6537-E39D-4086-ABB7-0EF2CE8C2D01}" dt="2024-09-16T21:24:06.991" v="15" actId="20577"/>
        <pc:sldMkLst>
          <pc:docMk/>
          <pc:sldMk cId="114823298" sldId="262"/>
        </pc:sldMkLst>
        <pc:spChg chg="mod">
          <ac:chgData name="Ben Sherman" userId="B2Z592lpL5s/ObuOB+DIn3zrvTqQrPzfLcooue0z7rE=" providerId="None" clId="Web-{A9AF6537-E39D-4086-ABB7-0EF2CE8C2D01}" dt="2024-09-16T21:23:03.052" v="5" actId="20577"/>
          <ac:spMkLst>
            <pc:docMk/>
            <pc:sldMk cId="114823298" sldId="262"/>
            <ac:spMk id="2" creationId="{C8DDF817-7874-5C02-CECC-4E106A454D5A}"/>
          </ac:spMkLst>
        </pc:spChg>
        <pc:spChg chg="mod">
          <ac:chgData name="Ben Sherman" userId="B2Z592lpL5s/ObuOB+DIn3zrvTqQrPzfLcooue0z7rE=" providerId="None" clId="Web-{A9AF6537-E39D-4086-ABB7-0EF2CE8C2D01}" dt="2024-09-16T21:24:06.991" v="15" actId="20577"/>
          <ac:spMkLst>
            <pc:docMk/>
            <pc:sldMk cId="114823298" sldId="262"/>
            <ac:spMk id="3" creationId="{BC644F39-0BE6-C82D-D117-F6B8F5128E25}"/>
          </ac:spMkLst>
        </pc:spChg>
      </pc:sldChg>
    </pc:docChg>
  </pc:docChgLst>
  <pc:docChgLst>
    <pc:chgData name="Trace Shafer" userId="XrbJnax0RagH4bMr75mmHnJqJ15V3xLAIGES0Lm1IU4=" providerId="None" clId="Web-{35CC402C-0F3C-4A74-B941-76D0AAC505CD}"/>
    <pc:docChg chg="addSld delSld modSld">
      <pc:chgData name="Trace Shafer" userId="XrbJnax0RagH4bMr75mmHnJqJ15V3xLAIGES0Lm1IU4=" providerId="None" clId="Web-{35CC402C-0F3C-4A74-B941-76D0AAC505CD}" dt="2024-10-07T21:54:48.925" v="182" actId="20577"/>
      <pc:docMkLst>
        <pc:docMk/>
      </pc:docMkLst>
      <pc:sldChg chg="del">
        <pc:chgData name="Trace Shafer" userId="XrbJnax0RagH4bMr75mmHnJqJ15V3xLAIGES0Lm1IU4=" providerId="None" clId="Web-{35CC402C-0F3C-4A74-B941-76D0AAC505CD}" dt="2024-10-07T21:51:47.327" v="1"/>
        <pc:sldMkLst>
          <pc:docMk/>
          <pc:sldMk cId="3891671216" sldId="273"/>
        </pc:sldMkLst>
      </pc:sldChg>
      <pc:sldChg chg="modSp add replId">
        <pc:chgData name="Trace Shafer" userId="XrbJnax0RagH4bMr75mmHnJqJ15V3xLAIGES0Lm1IU4=" providerId="None" clId="Web-{35CC402C-0F3C-4A74-B941-76D0AAC505CD}" dt="2024-10-07T21:54:48.925" v="182" actId="20577"/>
        <pc:sldMkLst>
          <pc:docMk/>
          <pc:sldMk cId="2675542483" sldId="274"/>
        </pc:sldMkLst>
        <pc:spChg chg="mod">
          <ac:chgData name="Trace Shafer" userId="XrbJnax0RagH4bMr75mmHnJqJ15V3xLAIGES0Lm1IU4=" providerId="None" clId="Web-{35CC402C-0F3C-4A74-B941-76D0AAC505CD}" dt="2024-10-07T21:51:55.968" v="14" actId="20577"/>
          <ac:spMkLst>
            <pc:docMk/>
            <pc:sldMk cId="2675542483" sldId="274"/>
            <ac:spMk id="2" creationId="{C8DDF817-7874-5C02-CECC-4E106A454D5A}"/>
          </ac:spMkLst>
        </pc:spChg>
        <pc:spChg chg="mod">
          <ac:chgData name="Trace Shafer" userId="XrbJnax0RagH4bMr75mmHnJqJ15V3xLAIGES0Lm1IU4=" providerId="None" clId="Web-{35CC402C-0F3C-4A74-B941-76D0AAC505CD}" dt="2024-10-07T21:54:48.925" v="182" actId="20577"/>
          <ac:spMkLst>
            <pc:docMk/>
            <pc:sldMk cId="2675542483" sldId="274"/>
            <ac:spMk id="3" creationId="{BC644F39-0BE6-C82D-D117-F6B8F5128E25}"/>
          </ac:spMkLst>
        </pc:spChg>
      </pc:sldChg>
    </pc:docChg>
  </pc:docChgLst>
  <pc:docChgLst>
    <pc:chgData name="Ben Sherman" userId="B2Z592lpL5s/ObuOB+DIn3zrvTqQrPzfLcooue0z7rE=" providerId="None" clId="Web-{3A512A9A-CD12-40D7-BCED-66E376FF1245}"/>
    <pc:docChg chg="addSld modSld sldOrd">
      <pc:chgData name="Ben Sherman" userId="B2Z592lpL5s/ObuOB+DIn3zrvTqQrPzfLcooue0z7rE=" providerId="None" clId="Web-{3A512A9A-CD12-40D7-BCED-66E376FF1245}" dt="2024-10-14T22:38:30.598" v="227" actId="20577"/>
      <pc:docMkLst>
        <pc:docMk/>
      </pc:docMkLst>
      <pc:sldChg chg="modSp">
        <pc:chgData name="Ben Sherman" userId="B2Z592lpL5s/ObuOB+DIn3zrvTqQrPzfLcooue0z7rE=" providerId="None" clId="Web-{3A512A9A-CD12-40D7-BCED-66E376FF1245}" dt="2024-10-14T20:43:36.335" v="9" actId="20577"/>
        <pc:sldMkLst>
          <pc:docMk/>
          <pc:sldMk cId="2363649107" sldId="266"/>
        </pc:sldMkLst>
        <pc:spChg chg="mod">
          <ac:chgData name="Ben Sherman" userId="B2Z592lpL5s/ObuOB+DIn3zrvTqQrPzfLcooue0z7rE=" providerId="None" clId="Web-{3A512A9A-CD12-40D7-BCED-66E376FF1245}" dt="2024-10-14T20:43:36.335" v="9" actId="20577"/>
          <ac:spMkLst>
            <pc:docMk/>
            <pc:sldMk cId="2363649107" sldId="266"/>
            <ac:spMk id="9" creationId="{2F524B79-F74E-465C-52AF-91806B6F47DE}"/>
          </ac:spMkLst>
        </pc:spChg>
      </pc:sldChg>
      <pc:sldChg chg="addSp modSp">
        <pc:chgData name="Ben Sherman" userId="B2Z592lpL5s/ObuOB+DIn3zrvTqQrPzfLcooue0z7rE=" providerId="None" clId="Web-{3A512A9A-CD12-40D7-BCED-66E376FF1245}" dt="2024-10-14T22:19:06.208" v="189" actId="1076"/>
        <pc:sldMkLst>
          <pc:docMk/>
          <pc:sldMk cId="1024818632" sldId="270"/>
        </pc:sldMkLst>
        <pc:picChg chg="add mod">
          <ac:chgData name="Ben Sherman" userId="B2Z592lpL5s/ObuOB+DIn3zrvTqQrPzfLcooue0z7rE=" providerId="None" clId="Web-{3A512A9A-CD12-40D7-BCED-66E376FF1245}" dt="2024-10-14T22:19:06.208" v="189" actId="1076"/>
          <ac:picMkLst>
            <pc:docMk/>
            <pc:sldMk cId="1024818632" sldId="270"/>
            <ac:picMk id="6" creationId="{DCAE0F4F-0373-F8C5-45B9-0774C1E56F18}"/>
          </ac:picMkLst>
        </pc:picChg>
      </pc:sldChg>
      <pc:sldChg chg="modSp">
        <pc:chgData name="Ben Sherman" userId="B2Z592lpL5s/ObuOB+DIn3zrvTqQrPzfLcooue0z7rE=" providerId="None" clId="Web-{3A512A9A-CD12-40D7-BCED-66E376FF1245}" dt="2024-10-14T22:37:46.003" v="210" actId="20577"/>
        <pc:sldMkLst>
          <pc:docMk/>
          <pc:sldMk cId="1099004406" sldId="271"/>
        </pc:sldMkLst>
        <pc:spChg chg="mod">
          <ac:chgData name="Ben Sherman" userId="B2Z592lpL5s/ObuOB+DIn3zrvTqQrPzfLcooue0z7rE=" providerId="None" clId="Web-{3A512A9A-CD12-40D7-BCED-66E376FF1245}" dt="2024-10-14T22:37:46.003" v="210" actId="20577"/>
          <ac:spMkLst>
            <pc:docMk/>
            <pc:sldMk cId="1099004406" sldId="271"/>
            <ac:spMk id="3" creationId="{BC644F39-0BE6-C82D-D117-F6B8F5128E25}"/>
          </ac:spMkLst>
        </pc:spChg>
      </pc:sldChg>
      <pc:sldChg chg="modSp">
        <pc:chgData name="Ben Sherman" userId="B2Z592lpL5s/ObuOB+DIn3zrvTqQrPzfLcooue0z7rE=" providerId="None" clId="Web-{3A512A9A-CD12-40D7-BCED-66E376FF1245}" dt="2024-10-14T21:50:46.909" v="67" actId="20577"/>
        <pc:sldMkLst>
          <pc:docMk/>
          <pc:sldMk cId="1121307087" sldId="275"/>
        </pc:sldMkLst>
        <pc:spChg chg="mod">
          <ac:chgData name="Ben Sherman" userId="B2Z592lpL5s/ObuOB+DIn3zrvTqQrPzfLcooue0z7rE=" providerId="None" clId="Web-{3A512A9A-CD12-40D7-BCED-66E376FF1245}" dt="2024-10-14T21:50:46.909" v="67" actId="20577"/>
          <ac:spMkLst>
            <pc:docMk/>
            <pc:sldMk cId="1121307087" sldId="275"/>
            <ac:spMk id="3" creationId="{BC644F39-0BE6-C82D-D117-F6B8F5128E25}"/>
          </ac:spMkLst>
        </pc:spChg>
        <pc:picChg chg="mod">
          <ac:chgData name="Ben Sherman" userId="B2Z592lpL5s/ObuOB+DIn3zrvTqQrPzfLcooue0z7rE=" providerId="None" clId="Web-{3A512A9A-CD12-40D7-BCED-66E376FF1245}" dt="2024-10-14T20:02:46.769" v="0" actId="1076"/>
          <ac:picMkLst>
            <pc:docMk/>
            <pc:sldMk cId="1121307087" sldId="275"/>
            <ac:picMk id="6" creationId="{F80FEE0A-80D0-4176-D488-8A27E7D2020F}"/>
          </ac:picMkLst>
        </pc:picChg>
        <pc:picChg chg="mod">
          <ac:chgData name="Ben Sherman" userId="B2Z592lpL5s/ObuOB+DIn3zrvTqQrPzfLcooue0z7rE=" providerId="None" clId="Web-{3A512A9A-CD12-40D7-BCED-66E376FF1245}" dt="2024-10-14T21:49:02.984" v="43" actId="1076"/>
          <ac:picMkLst>
            <pc:docMk/>
            <pc:sldMk cId="1121307087" sldId="275"/>
            <ac:picMk id="7" creationId="{80EC7235-D97E-101B-8FA0-BB6F3C2724D7}"/>
          </ac:picMkLst>
        </pc:picChg>
      </pc:sldChg>
      <pc:sldChg chg="addSp delSp modSp modNotes">
        <pc:chgData name="Ben Sherman" userId="B2Z592lpL5s/ObuOB+DIn3zrvTqQrPzfLcooue0z7rE=" providerId="None" clId="Web-{3A512A9A-CD12-40D7-BCED-66E376FF1245}" dt="2024-10-14T22:18:52.973" v="188" actId="20577"/>
        <pc:sldMkLst>
          <pc:docMk/>
          <pc:sldMk cId="1515785550" sldId="278"/>
        </pc:sldMkLst>
        <pc:spChg chg="mod">
          <ac:chgData name="Ben Sherman" userId="B2Z592lpL5s/ObuOB+DIn3zrvTqQrPzfLcooue0z7rE=" providerId="None" clId="Web-{3A512A9A-CD12-40D7-BCED-66E376FF1245}" dt="2024-10-14T22:18:52.973" v="188" actId="20577"/>
          <ac:spMkLst>
            <pc:docMk/>
            <pc:sldMk cId="1515785550" sldId="278"/>
            <ac:spMk id="3" creationId="{BC644F39-0BE6-C82D-D117-F6B8F5128E25}"/>
          </ac:spMkLst>
        </pc:spChg>
        <pc:spChg chg="add del">
          <ac:chgData name="Ben Sherman" userId="B2Z592lpL5s/ObuOB+DIn3zrvTqQrPzfLcooue0z7rE=" providerId="None" clId="Web-{3A512A9A-CD12-40D7-BCED-66E376FF1245}" dt="2024-10-14T21:01:44.311" v="27"/>
          <ac:spMkLst>
            <pc:docMk/>
            <pc:sldMk cId="1515785550" sldId="278"/>
            <ac:spMk id="7" creationId="{E4336552-A5F3-1F94-15E8-E31219E9A435}"/>
          </ac:spMkLst>
        </pc:spChg>
        <pc:picChg chg="add mod modCrop">
          <ac:chgData name="Ben Sherman" userId="B2Z592lpL5s/ObuOB+DIn3zrvTqQrPzfLcooue0z7rE=" providerId="None" clId="Web-{3A512A9A-CD12-40D7-BCED-66E376FF1245}" dt="2024-10-14T21:00:54.810" v="25" actId="1076"/>
          <ac:picMkLst>
            <pc:docMk/>
            <pc:sldMk cId="1515785550" sldId="278"/>
            <ac:picMk id="5" creationId="{48A0D241-6E56-A700-F26E-62A35937D877}"/>
          </ac:picMkLst>
        </pc:picChg>
        <pc:picChg chg="del">
          <ac:chgData name="Ben Sherman" userId="B2Z592lpL5s/ObuOB+DIn3zrvTqQrPzfLcooue0z7rE=" providerId="None" clId="Web-{3A512A9A-CD12-40D7-BCED-66E376FF1245}" dt="2024-10-14T20:59:50.762" v="18"/>
          <ac:picMkLst>
            <pc:docMk/>
            <pc:sldMk cId="1515785550" sldId="278"/>
            <ac:picMk id="6" creationId="{1C2E1A54-9D77-3921-5366-72DF636DCF71}"/>
          </ac:picMkLst>
        </pc:picChg>
        <pc:cxnChg chg="add mod">
          <ac:chgData name="Ben Sherman" userId="B2Z592lpL5s/ObuOB+DIn3zrvTqQrPzfLcooue0z7rE=" providerId="None" clId="Web-{3A512A9A-CD12-40D7-BCED-66E376FF1245}" dt="2024-10-14T21:02:27.328" v="32" actId="14100"/>
          <ac:cxnSpMkLst>
            <pc:docMk/>
            <pc:sldMk cId="1515785550" sldId="278"/>
            <ac:cxnSpMk id="8" creationId="{FD1E59E0-0EE3-D8D6-04B2-67FACAB3F37D}"/>
          </ac:cxnSpMkLst>
        </pc:cxnChg>
        <pc:cxnChg chg="add mod">
          <ac:chgData name="Ben Sherman" userId="B2Z592lpL5s/ObuOB+DIn3zrvTqQrPzfLcooue0z7rE=" providerId="None" clId="Web-{3A512A9A-CD12-40D7-BCED-66E376FF1245}" dt="2024-10-14T21:03:43.095" v="40" actId="14100"/>
          <ac:cxnSpMkLst>
            <pc:docMk/>
            <pc:sldMk cId="1515785550" sldId="278"/>
            <ac:cxnSpMk id="9" creationId="{6C3B6214-CCEC-8E37-B183-32DD843E651F}"/>
          </ac:cxnSpMkLst>
        </pc:cxnChg>
      </pc:sldChg>
      <pc:sldChg chg="ord">
        <pc:chgData name="Ben Sherman" userId="B2Z592lpL5s/ObuOB+DIn3zrvTqQrPzfLcooue0z7rE=" providerId="None" clId="Web-{3A512A9A-CD12-40D7-BCED-66E376FF1245}" dt="2024-10-14T20:04:21.255" v="1"/>
        <pc:sldMkLst>
          <pc:docMk/>
          <pc:sldMk cId="2692427565" sldId="281"/>
        </pc:sldMkLst>
      </pc:sldChg>
      <pc:sldChg chg="modSp ord">
        <pc:chgData name="Ben Sherman" userId="B2Z592lpL5s/ObuOB+DIn3zrvTqQrPzfLcooue0z7rE=" providerId="None" clId="Web-{3A512A9A-CD12-40D7-BCED-66E376FF1245}" dt="2024-10-14T22:38:30.598" v="227" actId="20577"/>
        <pc:sldMkLst>
          <pc:docMk/>
          <pc:sldMk cId="1215839148" sldId="282"/>
        </pc:sldMkLst>
        <pc:spChg chg="mod">
          <ac:chgData name="Ben Sherman" userId="B2Z592lpL5s/ObuOB+DIn3zrvTqQrPzfLcooue0z7rE=" providerId="None" clId="Web-{3A512A9A-CD12-40D7-BCED-66E376FF1245}" dt="2024-10-14T22:38:30.598" v="227" actId="20577"/>
          <ac:spMkLst>
            <pc:docMk/>
            <pc:sldMk cId="1215839148" sldId="282"/>
            <ac:spMk id="3" creationId="{BC644F39-0BE6-C82D-D117-F6B8F5128E25}"/>
          </ac:spMkLst>
        </pc:spChg>
      </pc:sldChg>
      <pc:sldChg chg="modSp add replId">
        <pc:chgData name="Ben Sherman" userId="B2Z592lpL5s/ObuOB+DIn3zrvTqQrPzfLcooue0z7rE=" providerId="None" clId="Web-{3A512A9A-CD12-40D7-BCED-66E376FF1245}" dt="2024-10-14T21:47:14.043" v="42" actId="20577"/>
        <pc:sldMkLst>
          <pc:docMk/>
          <pc:sldMk cId="2101081956" sldId="284"/>
        </pc:sldMkLst>
        <pc:spChg chg="mod">
          <ac:chgData name="Ben Sherman" userId="B2Z592lpL5s/ObuOB+DIn3zrvTqQrPzfLcooue0z7rE=" providerId="None" clId="Web-{3A512A9A-CD12-40D7-BCED-66E376FF1245}" dt="2024-10-14T20:44:03.086" v="14" actId="20577"/>
          <ac:spMkLst>
            <pc:docMk/>
            <pc:sldMk cId="2101081956" sldId="284"/>
            <ac:spMk id="2" creationId="{C8DDF817-7874-5C02-CECC-4E106A454D5A}"/>
          </ac:spMkLst>
        </pc:spChg>
        <pc:spChg chg="mod">
          <ac:chgData name="Ben Sherman" userId="B2Z592lpL5s/ObuOB+DIn3zrvTqQrPzfLcooue0z7rE=" providerId="None" clId="Web-{3A512A9A-CD12-40D7-BCED-66E376FF1245}" dt="2024-10-14T21:47:14.043" v="42" actId="20577"/>
          <ac:spMkLst>
            <pc:docMk/>
            <pc:sldMk cId="2101081956" sldId="284"/>
            <ac:spMk id="3" creationId="{BC644F39-0BE6-C82D-D117-F6B8F5128E25}"/>
          </ac:spMkLst>
        </pc:spChg>
      </pc:sldChg>
    </pc:docChg>
  </pc:docChgLst>
  <pc:docChgLst>
    <pc:chgData name="Ben Sherman" userId="B2Z592lpL5s/ObuOB+DIn3zrvTqQrPzfLcooue0z7rE=" providerId="None" clId="Web-{09ED4BCA-BD39-47CC-A2A7-A6C035125C53}"/>
    <pc:docChg chg="modSld">
      <pc:chgData name="Ben Sherman" userId="B2Z592lpL5s/ObuOB+DIn3zrvTqQrPzfLcooue0z7rE=" providerId="None" clId="Web-{09ED4BCA-BD39-47CC-A2A7-A6C035125C53}" dt="2024-09-30T19:48:23.420" v="57" actId="20577"/>
      <pc:docMkLst>
        <pc:docMk/>
      </pc:docMkLst>
      <pc:sldChg chg="modSp">
        <pc:chgData name="Ben Sherman" userId="B2Z592lpL5s/ObuOB+DIn3zrvTqQrPzfLcooue0z7rE=" providerId="None" clId="Web-{09ED4BCA-BD39-47CC-A2A7-A6C035125C53}" dt="2024-09-30T19:48:23.420" v="57" actId="20577"/>
        <pc:sldMkLst>
          <pc:docMk/>
          <pc:sldMk cId="2363649107" sldId="266"/>
        </pc:sldMkLst>
        <pc:spChg chg="mod">
          <ac:chgData name="Ben Sherman" userId="B2Z592lpL5s/ObuOB+DIn3zrvTqQrPzfLcooue0z7rE=" providerId="None" clId="Web-{09ED4BCA-BD39-47CC-A2A7-A6C035125C53}" dt="2024-09-30T19:48:23.420" v="57" actId="20577"/>
          <ac:spMkLst>
            <pc:docMk/>
            <pc:sldMk cId="2363649107" sldId="266"/>
            <ac:spMk id="3" creationId="{BC644F39-0BE6-C82D-D117-F6B8F5128E25}"/>
          </ac:spMkLst>
        </pc:spChg>
        <pc:picChg chg="mod">
          <ac:chgData name="Ben Sherman" userId="B2Z592lpL5s/ObuOB+DIn3zrvTqQrPzfLcooue0z7rE=" providerId="None" clId="Web-{09ED4BCA-BD39-47CC-A2A7-A6C035125C53}" dt="2024-09-30T19:48:08.076" v="50" actId="1076"/>
          <ac:picMkLst>
            <pc:docMk/>
            <pc:sldMk cId="2363649107" sldId="266"/>
            <ac:picMk id="5" creationId="{E2479D0B-7DC3-EDF9-AE1E-63AE1257A2E3}"/>
          </ac:picMkLst>
        </pc:picChg>
      </pc:sldChg>
    </pc:docChg>
  </pc:docChgLst>
  <pc:docChgLst>
    <pc:chgData name="Lauric Brown" userId="JfC5AM8avzTEBZQp3msu59NYsdP65YLa5l6ezRiCRh8=" providerId="None" clId="Web-{09CDD3ED-0EFB-4D6E-B4FB-A7DE784F97EE}"/>
    <pc:docChg chg="modSld">
      <pc:chgData name="Lauric Brown" userId="JfC5AM8avzTEBZQp3msu59NYsdP65YLa5l6ezRiCRh8=" providerId="None" clId="Web-{09CDD3ED-0EFB-4D6E-B4FB-A7DE784F97EE}" dt="2024-10-11T21:53:28.679" v="351"/>
      <pc:docMkLst>
        <pc:docMk/>
      </pc:docMkLst>
      <pc:sldChg chg="modSp">
        <pc:chgData name="Lauric Brown" userId="JfC5AM8avzTEBZQp3msu59NYsdP65YLa5l6ezRiCRh8=" providerId="None" clId="Web-{09CDD3ED-0EFB-4D6E-B4FB-A7DE784F97EE}" dt="2024-10-11T21:53:28.679" v="351"/>
        <pc:sldMkLst>
          <pc:docMk/>
          <pc:sldMk cId="1966279469" sldId="272"/>
        </pc:sldMkLst>
        <pc:graphicFrameChg chg="mod modGraphic">
          <ac:chgData name="Lauric Brown" userId="JfC5AM8avzTEBZQp3msu59NYsdP65YLa5l6ezRiCRh8=" providerId="None" clId="Web-{09CDD3ED-0EFB-4D6E-B4FB-A7DE784F97EE}" dt="2024-10-11T21:53:28.679" v="351"/>
          <ac:graphicFrameMkLst>
            <pc:docMk/>
            <pc:sldMk cId="1966279469" sldId="272"/>
            <ac:graphicFrameMk id="11" creationId="{DC06441B-86C5-1384-327C-45D72CC0E778}"/>
          </ac:graphicFrameMkLst>
        </pc:graphicFrameChg>
      </pc:sldChg>
    </pc:docChg>
  </pc:docChgLst>
  <pc:docChgLst>
    <pc:chgData name="Ben Sherman" userId="B2Z592lpL5s/ObuOB+DIn3zrvTqQrPzfLcooue0z7rE=" providerId="None" clId="Web-{355233F3-C6BB-4B14-897D-76FE33404A2E}"/>
    <pc:docChg chg="addSld modSld">
      <pc:chgData name="Ben Sherman" userId="B2Z592lpL5s/ObuOB+DIn3zrvTqQrPzfLcooue0z7rE=" providerId="None" clId="Web-{355233F3-C6BB-4B14-897D-76FE33404A2E}" dt="2024-09-13T20:55:57.966" v="31" actId="20577"/>
      <pc:docMkLst>
        <pc:docMk/>
      </pc:docMkLst>
      <pc:sldChg chg="modSp">
        <pc:chgData name="Ben Sherman" userId="B2Z592lpL5s/ObuOB+DIn3zrvTqQrPzfLcooue0z7rE=" providerId="None" clId="Web-{355233F3-C6BB-4B14-897D-76FE33404A2E}" dt="2024-09-13T20:55:00.793" v="21" actId="20577"/>
        <pc:sldMkLst>
          <pc:docMk/>
          <pc:sldMk cId="2363649107" sldId="266"/>
        </pc:sldMkLst>
        <pc:spChg chg="mod">
          <ac:chgData name="Ben Sherman" userId="B2Z592lpL5s/ObuOB+DIn3zrvTqQrPzfLcooue0z7rE=" providerId="None" clId="Web-{355233F3-C6BB-4B14-897D-76FE33404A2E}" dt="2024-09-13T20:55:00.793" v="21" actId="20577"/>
          <ac:spMkLst>
            <pc:docMk/>
            <pc:sldMk cId="2363649107" sldId="266"/>
            <ac:spMk id="2" creationId="{C8DDF817-7874-5C02-CECC-4E106A454D5A}"/>
          </ac:spMkLst>
        </pc:spChg>
      </pc:sldChg>
      <pc:sldChg chg="modSp add replId">
        <pc:chgData name="Ben Sherman" userId="B2Z592lpL5s/ObuOB+DIn3zrvTqQrPzfLcooue0z7rE=" providerId="None" clId="Web-{355233F3-C6BB-4B14-897D-76FE33404A2E}" dt="2024-09-13T20:55:42.403" v="24" actId="20577"/>
        <pc:sldMkLst>
          <pc:docMk/>
          <pc:sldMk cId="1024818632" sldId="270"/>
        </pc:sldMkLst>
        <pc:spChg chg="mod">
          <ac:chgData name="Ben Sherman" userId="B2Z592lpL5s/ObuOB+DIn3zrvTqQrPzfLcooue0z7rE=" providerId="None" clId="Web-{355233F3-C6BB-4B14-897D-76FE33404A2E}" dt="2024-09-13T20:55:42.403" v="24" actId="20577"/>
          <ac:spMkLst>
            <pc:docMk/>
            <pc:sldMk cId="1024818632" sldId="270"/>
            <ac:spMk id="2" creationId="{C8DDF817-7874-5C02-CECC-4E106A454D5A}"/>
          </ac:spMkLst>
        </pc:spChg>
      </pc:sldChg>
      <pc:sldChg chg="modSp add replId">
        <pc:chgData name="Ben Sherman" userId="B2Z592lpL5s/ObuOB+DIn3zrvTqQrPzfLcooue0z7rE=" providerId="None" clId="Web-{355233F3-C6BB-4B14-897D-76FE33404A2E}" dt="2024-09-13T20:55:57.966" v="31" actId="20577"/>
        <pc:sldMkLst>
          <pc:docMk/>
          <pc:sldMk cId="1099004406" sldId="271"/>
        </pc:sldMkLst>
        <pc:spChg chg="mod">
          <ac:chgData name="Ben Sherman" userId="B2Z592lpL5s/ObuOB+DIn3zrvTqQrPzfLcooue0z7rE=" providerId="None" clId="Web-{355233F3-C6BB-4B14-897D-76FE33404A2E}" dt="2024-09-13T20:55:57.966" v="31" actId="20577"/>
          <ac:spMkLst>
            <pc:docMk/>
            <pc:sldMk cId="1099004406" sldId="271"/>
            <ac:spMk id="2" creationId="{C8DDF817-7874-5C02-CECC-4E106A454D5A}"/>
          </ac:spMkLst>
        </pc:spChg>
      </pc:sldChg>
    </pc:docChg>
  </pc:docChgLst>
  <pc:docChgLst>
    <pc:chgData name="Ben Sherman" userId="B2Z592lpL5s/ObuOB+DIn3zrvTqQrPzfLcooue0z7rE=" providerId="None" clId="Web-{28148ADF-155A-46D9-8A94-6B3513D1B2EC}"/>
    <pc:docChg chg="addSld delSld modSld">
      <pc:chgData name="Ben Sherman" userId="B2Z592lpL5s/ObuOB+DIn3zrvTqQrPzfLcooue0z7rE=" providerId="None" clId="Web-{28148ADF-155A-46D9-8A94-6B3513D1B2EC}" dt="2024-09-11T20:37:43.777" v="52" actId="20577"/>
      <pc:docMkLst>
        <pc:docMk/>
      </pc:docMkLst>
      <pc:sldChg chg="modSp">
        <pc:chgData name="Ben Sherman" userId="B2Z592lpL5s/ObuOB+DIn3zrvTqQrPzfLcooue0z7rE=" providerId="None" clId="Web-{28148ADF-155A-46D9-8A94-6B3513D1B2EC}" dt="2024-09-11T20:36:59.839" v="46" actId="20577"/>
        <pc:sldMkLst>
          <pc:docMk/>
          <pc:sldMk cId="4077004665" sldId="263"/>
        </pc:sldMkLst>
        <pc:spChg chg="mod">
          <ac:chgData name="Ben Sherman" userId="B2Z592lpL5s/ObuOB+DIn3zrvTqQrPzfLcooue0z7rE=" providerId="None" clId="Web-{28148ADF-155A-46D9-8A94-6B3513D1B2EC}" dt="2024-09-11T20:36:59.839" v="46" actId="20577"/>
          <ac:spMkLst>
            <pc:docMk/>
            <pc:sldMk cId="4077004665" sldId="263"/>
            <ac:spMk id="2" creationId="{C8DDF817-7874-5C02-CECC-4E106A454D5A}"/>
          </ac:spMkLst>
        </pc:spChg>
        <pc:spChg chg="mod">
          <ac:chgData name="Ben Sherman" userId="B2Z592lpL5s/ObuOB+DIn3zrvTqQrPzfLcooue0z7rE=" providerId="None" clId="Web-{28148ADF-155A-46D9-8A94-6B3513D1B2EC}" dt="2024-09-11T20:33:48.678" v="5" actId="20577"/>
          <ac:spMkLst>
            <pc:docMk/>
            <pc:sldMk cId="4077004665" sldId="263"/>
            <ac:spMk id="3" creationId="{BC644F39-0BE6-C82D-D117-F6B8F5128E25}"/>
          </ac:spMkLst>
        </pc:spChg>
      </pc:sldChg>
      <pc:sldChg chg="modSp">
        <pc:chgData name="Ben Sherman" userId="B2Z592lpL5s/ObuOB+DIn3zrvTqQrPzfLcooue0z7rE=" providerId="None" clId="Web-{28148ADF-155A-46D9-8A94-6B3513D1B2EC}" dt="2024-09-11T20:37:21.558" v="49" actId="20577"/>
        <pc:sldMkLst>
          <pc:docMk/>
          <pc:sldMk cId="4034373627" sldId="264"/>
        </pc:sldMkLst>
        <pc:spChg chg="mod">
          <ac:chgData name="Ben Sherman" userId="B2Z592lpL5s/ObuOB+DIn3zrvTqQrPzfLcooue0z7rE=" providerId="None" clId="Web-{28148ADF-155A-46D9-8A94-6B3513D1B2EC}" dt="2024-09-11T20:37:21.558" v="49" actId="20577"/>
          <ac:spMkLst>
            <pc:docMk/>
            <pc:sldMk cId="4034373627" sldId="264"/>
            <ac:spMk id="2" creationId="{C8DDF817-7874-5C02-CECC-4E106A454D5A}"/>
          </ac:spMkLst>
        </pc:spChg>
        <pc:spChg chg="mod">
          <ac:chgData name="Ben Sherman" userId="B2Z592lpL5s/ObuOB+DIn3zrvTqQrPzfLcooue0z7rE=" providerId="None" clId="Web-{28148ADF-155A-46D9-8A94-6B3513D1B2EC}" dt="2024-09-11T20:35:44.430" v="30" actId="20577"/>
          <ac:spMkLst>
            <pc:docMk/>
            <pc:sldMk cId="4034373627" sldId="264"/>
            <ac:spMk id="3" creationId="{BC644F39-0BE6-C82D-D117-F6B8F5128E25}"/>
          </ac:spMkLst>
        </pc:spChg>
      </pc:sldChg>
      <pc:sldChg chg="modSp add replId">
        <pc:chgData name="Ben Sherman" userId="B2Z592lpL5s/ObuOB+DIn3zrvTqQrPzfLcooue0z7rE=" providerId="None" clId="Web-{28148ADF-155A-46D9-8A94-6B3513D1B2EC}" dt="2024-09-11T20:37:06.604" v="47" actId="20577"/>
        <pc:sldMkLst>
          <pc:docMk/>
          <pc:sldMk cId="2078996173" sldId="265"/>
        </pc:sldMkLst>
        <pc:spChg chg="mod">
          <ac:chgData name="Ben Sherman" userId="B2Z592lpL5s/ObuOB+DIn3zrvTqQrPzfLcooue0z7rE=" providerId="None" clId="Web-{28148ADF-155A-46D9-8A94-6B3513D1B2EC}" dt="2024-09-11T20:37:06.604" v="47" actId="20577"/>
          <ac:spMkLst>
            <pc:docMk/>
            <pc:sldMk cId="2078996173" sldId="265"/>
            <ac:spMk id="2" creationId="{C8DDF817-7874-5C02-CECC-4E106A454D5A}"/>
          </ac:spMkLst>
        </pc:spChg>
        <pc:spChg chg="mod">
          <ac:chgData name="Ben Sherman" userId="B2Z592lpL5s/ObuOB+DIn3zrvTqQrPzfLcooue0z7rE=" providerId="None" clId="Web-{28148ADF-155A-46D9-8A94-6B3513D1B2EC}" dt="2024-09-11T20:34:23.460" v="16" actId="20577"/>
          <ac:spMkLst>
            <pc:docMk/>
            <pc:sldMk cId="2078996173" sldId="265"/>
            <ac:spMk id="3" creationId="{BC644F39-0BE6-C82D-D117-F6B8F5128E25}"/>
          </ac:spMkLst>
        </pc:spChg>
      </pc:sldChg>
      <pc:sldChg chg="new del">
        <pc:chgData name="Ben Sherman" userId="B2Z592lpL5s/ObuOB+DIn3zrvTqQrPzfLcooue0z7rE=" providerId="None" clId="Web-{28148ADF-155A-46D9-8A94-6B3513D1B2EC}" dt="2024-09-11T20:33:35.599" v="1"/>
        <pc:sldMkLst>
          <pc:docMk/>
          <pc:sldMk cId="3335600962" sldId="265"/>
        </pc:sldMkLst>
      </pc:sldChg>
      <pc:sldChg chg="modSp add replId">
        <pc:chgData name="Ben Sherman" userId="B2Z592lpL5s/ObuOB+DIn3zrvTqQrPzfLcooue0z7rE=" providerId="None" clId="Web-{28148ADF-155A-46D9-8A94-6B3513D1B2EC}" dt="2024-09-11T20:37:13.167" v="48" actId="20577"/>
        <pc:sldMkLst>
          <pc:docMk/>
          <pc:sldMk cId="2363649107" sldId="266"/>
        </pc:sldMkLst>
        <pc:spChg chg="mod">
          <ac:chgData name="Ben Sherman" userId="B2Z592lpL5s/ObuOB+DIn3zrvTqQrPzfLcooue0z7rE=" providerId="None" clId="Web-{28148ADF-155A-46D9-8A94-6B3513D1B2EC}" dt="2024-09-11T20:37:13.167" v="48" actId="20577"/>
          <ac:spMkLst>
            <pc:docMk/>
            <pc:sldMk cId="2363649107" sldId="266"/>
            <ac:spMk id="2" creationId="{C8DDF817-7874-5C02-CECC-4E106A454D5A}"/>
          </ac:spMkLst>
        </pc:spChg>
        <pc:spChg chg="mod">
          <ac:chgData name="Ben Sherman" userId="B2Z592lpL5s/ObuOB+DIn3zrvTqQrPzfLcooue0z7rE=" providerId="None" clId="Web-{28148ADF-155A-46D9-8A94-6B3513D1B2EC}" dt="2024-09-11T20:34:40.148" v="20" actId="20577"/>
          <ac:spMkLst>
            <pc:docMk/>
            <pc:sldMk cId="2363649107" sldId="266"/>
            <ac:spMk id="3" creationId="{BC644F39-0BE6-C82D-D117-F6B8F5128E25}"/>
          </ac:spMkLst>
        </pc:spChg>
      </pc:sldChg>
      <pc:sldChg chg="modSp add replId">
        <pc:chgData name="Ben Sherman" userId="B2Z592lpL5s/ObuOB+DIn3zrvTqQrPzfLcooue0z7rE=" providerId="None" clId="Web-{28148ADF-155A-46D9-8A94-6B3513D1B2EC}" dt="2024-09-11T20:37:29.683" v="50" actId="20577"/>
        <pc:sldMkLst>
          <pc:docMk/>
          <pc:sldMk cId="1420741441" sldId="267"/>
        </pc:sldMkLst>
        <pc:spChg chg="mod">
          <ac:chgData name="Ben Sherman" userId="B2Z592lpL5s/ObuOB+DIn3zrvTqQrPzfLcooue0z7rE=" providerId="None" clId="Web-{28148ADF-155A-46D9-8A94-6B3513D1B2EC}" dt="2024-09-11T20:37:29.683" v="50" actId="20577"/>
          <ac:spMkLst>
            <pc:docMk/>
            <pc:sldMk cId="1420741441" sldId="267"/>
            <ac:spMk id="2" creationId="{C8DDF817-7874-5C02-CECC-4E106A454D5A}"/>
          </ac:spMkLst>
        </pc:spChg>
        <pc:spChg chg="mod">
          <ac:chgData name="Ben Sherman" userId="B2Z592lpL5s/ObuOB+DIn3zrvTqQrPzfLcooue0z7rE=" providerId="None" clId="Web-{28148ADF-155A-46D9-8A94-6B3513D1B2EC}" dt="2024-09-11T20:36:04.822" v="36" actId="20577"/>
          <ac:spMkLst>
            <pc:docMk/>
            <pc:sldMk cId="1420741441" sldId="267"/>
            <ac:spMk id="3" creationId="{BC644F39-0BE6-C82D-D117-F6B8F5128E25}"/>
          </ac:spMkLst>
        </pc:spChg>
      </pc:sldChg>
      <pc:sldChg chg="modSp add replId">
        <pc:chgData name="Ben Sherman" userId="B2Z592lpL5s/ObuOB+DIn3zrvTqQrPzfLcooue0z7rE=" providerId="None" clId="Web-{28148ADF-155A-46D9-8A94-6B3513D1B2EC}" dt="2024-09-11T20:37:37.011" v="51" actId="20577"/>
        <pc:sldMkLst>
          <pc:docMk/>
          <pc:sldMk cId="2145951499" sldId="268"/>
        </pc:sldMkLst>
        <pc:spChg chg="mod">
          <ac:chgData name="Ben Sherman" userId="B2Z592lpL5s/ObuOB+DIn3zrvTqQrPzfLcooue0z7rE=" providerId="None" clId="Web-{28148ADF-155A-46D9-8A94-6B3513D1B2EC}" dt="2024-09-11T20:37:37.011" v="51" actId="20577"/>
          <ac:spMkLst>
            <pc:docMk/>
            <pc:sldMk cId="2145951499" sldId="268"/>
            <ac:spMk id="2" creationId="{C8DDF817-7874-5C02-CECC-4E106A454D5A}"/>
          </ac:spMkLst>
        </pc:spChg>
        <pc:spChg chg="mod">
          <ac:chgData name="Ben Sherman" userId="B2Z592lpL5s/ObuOB+DIn3zrvTqQrPzfLcooue0z7rE=" providerId="None" clId="Web-{28148ADF-155A-46D9-8A94-6B3513D1B2EC}" dt="2024-09-11T20:36:24.228" v="40" actId="20577"/>
          <ac:spMkLst>
            <pc:docMk/>
            <pc:sldMk cId="2145951499" sldId="268"/>
            <ac:spMk id="3" creationId="{BC644F39-0BE6-C82D-D117-F6B8F5128E25}"/>
          </ac:spMkLst>
        </pc:spChg>
      </pc:sldChg>
      <pc:sldChg chg="modSp add replId">
        <pc:chgData name="Ben Sherman" userId="B2Z592lpL5s/ObuOB+DIn3zrvTqQrPzfLcooue0z7rE=" providerId="None" clId="Web-{28148ADF-155A-46D9-8A94-6B3513D1B2EC}" dt="2024-09-11T20:37:43.777" v="52" actId="20577"/>
        <pc:sldMkLst>
          <pc:docMk/>
          <pc:sldMk cId="1461588359" sldId="269"/>
        </pc:sldMkLst>
        <pc:spChg chg="mod">
          <ac:chgData name="Ben Sherman" userId="B2Z592lpL5s/ObuOB+DIn3zrvTqQrPzfLcooue0z7rE=" providerId="None" clId="Web-{28148ADF-155A-46D9-8A94-6B3513D1B2EC}" dt="2024-09-11T20:37:43.777" v="52" actId="20577"/>
          <ac:spMkLst>
            <pc:docMk/>
            <pc:sldMk cId="1461588359" sldId="269"/>
            <ac:spMk id="2" creationId="{C8DDF817-7874-5C02-CECC-4E106A454D5A}"/>
          </ac:spMkLst>
        </pc:spChg>
        <pc:spChg chg="mod">
          <ac:chgData name="Ben Sherman" userId="B2Z592lpL5s/ObuOB+DIn3zrvTqQrPzfLcooue0z7rE=" providerId="None" clId="Web-{28148ADF-155A-46D9-8A94-6B3513D1B2EC}" dt="2024-09-11T20:36:40.541" v="44" actId="20577"/>
          <ac:spMkLst>
            <pc:docMk/>
            <pc:sldMk cId="1461588359" sldId="269"/>
            <ac:spMk id="3" creationId="{BC644F39-0BE6-C82D-D117-F6B8F5128E25}"/>
          </ac:spMkLst>
        </pc:spChg>
      </pc:sldChg>
    </pc:docChg>
  </pc:docChgLst>
  <pc:docChgLst>
    <pc:chgData name="Ben Sherman" userId="B2Z592lpL5s/ObuOB+DIn3zrvTqQrPzfLcooue0z7rE=" providerId="None" clId="Web-{AE7EF655-0CA0-4487-AC98-A2BBF2755BBA}"/>
    <pc:docChg chg="addSld modSld sldOrd">
      <pc:chgData name="Ben Sherman" userId="B2Z592lpL5s/ObuOB+DIn3zrvTqQrPzfLcooue0z7rE=" providerId="None" clId="Web-{AE7EF655-0CA0-4487-AC98-A2BBF2755BBA}" dt="2024-10-09T21:52:00.323" v="382"/>
      <pc:docMkLst>
        <pc:docMk/>
      </pc:docMkLst>
      <pc:sldChg chg="modSp">
        <pc:chgData name="Ben Sherman" userId="B2Z592lpL5s/ObuOB+DIn3zrvTqQrPzfLcooue0z7rE=" providerId="None" clId="Web-{AE7EF655-0CA0-4487-AC98-A2BBF2755BBA}" dt="2024-10-09T21:51:15.462" v="375" actId="14100"/>
        <pc:sldMkLst>
          <pc:docMk/>
          <pc:sldMk cId="4034373627" sldId="264"/>
        </pc:sldMkLst>
        <pc:spChg chg="mod">
          <ac:chgData name="Ben Sherman" userId="B2Z592lpL5s/ObuOB+DIn3zrvTqQrPzfLcooue0z7rE=" providerId="None" clId="Web-{AE7EF655-0CA0-4487-AC98-A2BBF2755BBA}" dt="2024-10-09T21:51:15.462" v="375" actId="14100"/>
          <ac:spMkLst>
            <pc:docMk/>
            <pc:sldMk cId="4034373627" sldId="264"/>
            <ac:spMk id="4" creationId="{F5EE45BC-442F-5537-C66D-03218DAAC248}"/>
          </ac:spMkLst>
        </pc:spChg>
      </pc:sldChg>
      <pc:sldChg chg="addSp delSp modSp">
        <pc:chgData name="Ben Sherman" userId="B2Z592lpL5s/ObuOB+DIn3zrvTqQrPzfLcooue0z7rE=" providerId="None" clId="Web-{AE7EF655-0CA0-4487-AC98-A2BBF2755BBA}" dt="2024-10-09T20:40:05.126" v="169" actId="14100"/>
        <pc:sldMkLst>
          <pc:docMk/>
          <pc:sldMk cId="2363649107" sldId="266"/>
        </pc:sldMkLst>
        <pc:spChg chg="mod">
          <ac:chgData name="Ben Sherman" userId="B2Z592lpL5s/ObuOB+DIn3zrvTqQrPzfLcooue0z7rE=" providerId="None" clId="Web-{AE7EF655-0CA0-4487-AC98-A2BBF2755BBA}" dt="2024-10-09T20:32:21.082" v="69" actId="20577"/>
          <ac:spMkLst>
            <pc:docMk/>
            <pc:sldMk cId="2363649107" sldId="266"/>
            <ac:spMk id="2" creationId="{C8DDF817-7874-5C02-CECC-4E106A454D5A}"/>
          </ac:spMkLst>
        </pc:spChg>
        <pc:spChg chg="del mod">
          <ac:chgData name="Ben Sherman" userId="B2Z592lpL5s/ObuOB+DIn3zrvTqQrPzfLcooue0z7rE=" providerId="None" clId="Web-{AE7EF655-0CA0-4487-AC98-A2BBF2755BBA}" dt="2024-10-09T20:32:25.739" v="70"/>
          <ac:spMkLst>
            <pc:docMk/>
            <pc:sldMk cId="2363649107" sldId="266"/>
            <ac:spMk id="3" creationId="{BC644F39-0BE6-C82D-D117-F6B8F5128E25}"/>
          </ac:spMkLst>
        </pc:spChg>
        <pc:spChg chg="add mod">
          <ac:chgData name="Ben Sherman" userId="B2Z592lpL5s/ObuOB+DIn3zrvTqQrPzfLcooue0z7rE=" providerId="None" clId="Web-{AE7EF655-0CA0-4487-AC98-A2BBF2755BBA}" dt="2024-10-09T20:40:05.126" v="169" actId="14100"/>
          <ac:spMkLst>
            <pc:docMk/>
            <pc:sldMk cId="2363649107" sldId="266"/>
            <ac:spMk id="9" creationId="{2F524B79-F74E-465C-52AF-91806B6F47DE}"/>
          </ac:spMkLst>
        </pc:spChg>
        <pc:picChg chg="del mod">
          <ac:chgData name="Ben Sherman" userId="B2Z592lpL5s/ObuOB+DIn3zrvTqQrPzfLcooue0z7rE=" providerId="None" clId="Web-{AE7EF655-0CA0-4487-AC98-A2BBF2755BBA}" dt="2024-10-09T20:33:58.850" v="77"/>
          <ac:picMkLst>
            <pc:docMk/>
            <pc:sldMk cId="2363649107" sldId="266"/>
            <ac:picMk id="5" creationId="{E2479D0B-7DC3-EDF9-AE1E-63AE1257A2E3}"/>
          </ac:picMkLst>
        </pc:picChg>
        <pc:picChg chg="del mod">
          <ac:chgData name="Ben Sherman" userId="B2Z592lpL5s/ObuOB+DIn3zrvTqQrPzfLcooue0z7rE=" providerId="None" clId="Web-{AE7EF655-0CA0-4487-AC98-A2BBF2755BBA}" dt="2024-10-09T20:34:00.288" v="78"/>
          <ac:picMkLst>
            <pc:docMk/>
            <pc:sldMk cId="2363649107" sldId="266"/>
            <ac:picMk id="6" creationId="{F80FEE0A-80D0-4176-D488-8A27E7D2020F}"/>
          </ac:picMkLst>
        </pc:picChg>
        <pc:picChg chg="mod">
          <ac:chgData name="Ben Sherman" userId="B2Z592lpL5s/ObuOB+DIn3zrvTqQrPzfLcooue0z7rE=" providerId="None" clId="Web-{AE7EF655-0CA0-4487-AC98-A2BBF2755BBA}" dt="2024-10-09T20:34:14.898" v="81" actId="14100"/>
          <ac:picMkLst>
            <pc:docMk/>
            <pc:sldMk cId="2363649107" sldId="266"/>
            <ac:picMk id="7" creationId="{12653AE3-EE7F-593B-AEDF-AB83F3443A8A}"/>
          </ac:picMkLst>
        </pc:picChg>
      </pc:sldChg>
      <pc:sldChg chg="modSp">
        <pc:chgData name="Ben Sherman" userId="B2Z592lpL5s/ObuOB+DIn3zrvTqQrPzfLcooue0z7rE=" providerId="None" clId="Web-{AE7EF655-0CA0-4487-AC98-A2BBF2755BBA}" dt="2024-10-09T21:51:10.977" v="374" actId="14100"/>
        <pc:sldMkLst>
          <pc:docMk/>
          <pc:sldMk cId="1420741441" sldId="267"/>
        </pc:sldMkLst>
        <pc:spChg chg="mod">
          <ac:chgData name="Ben Sherman" userId="B2Z592lpL5s/ObuOB+DIn3zrvTqQrPzfLcooue0z7rE=" providerId="None" clId="Web-{AE7EF655-0CA0-4487-AC98-A2BBF2755BBA}" dt="2024-10-09T21:51:10.977" v="374" actId="14100"/>
          <ac:spMkLst>
            <pc:docMk/>
            <pc:sldMk cId="1420741441" sldId="267"/>
            <ac:spMk id="4" creationId="{F5EE45BC-442F-5537-C66D-03218DAAC248}"/>
          </ac:spMkLst>
        </pc:spChg>
      </pc:sldChg>
      <pc:sldChg chg="modSp">
        <pc:chgData name="Ben Sherman" userId="B2Z592lpL5s/ObuOB+DIn3zrvTqQrPzfLcooue0z7rE=" providerId="None" clId="Web-{AE7EF655-0CA0-4487-AC98-A2BBF2755BBA}" dt="2024-10-09T21:50:59.633" v="372" actId="14100"/>
        <pc:sldMkLst>
          <pc:docMk/>
          <pc:sldMk cId="2145951499" sldId="268"/>
        </pc:sldMkLst>
        <pc:spChg chg="mod">
          <ac:chgData name="Ben Sherman" userId="B2Z592lpL5s/ObuOB+DIn3zrvTqQrPzfLcooue0z7rE=" providerId="None" clId="Web-{AE7EF655-0CA0-4487-AC98-A2BBF2755BBA}" dt="2024-10-09T21:50:59.633" v="372" actId="14100"/>
          <ac:spMkLst>
            <pc:docMk/>
            <pc:sldMk cId="2145951499" sldId="268"/>
            <ac:spMk id="4" creationId="{F5EE45BC-442F-5537-C66D-03218DAAC248}"/>
          </ac:spMkLst>
        </pc:spChg>
      </pc:sldChg>
      <pc:sldChg chg="modSp">
        <pc:chgData name="Ben Sherman" userId="B2Z592lpL5s/ObuOB+DIn3zrvTqQrPzfLcooue0z7rE=" providerId="None" clId="Web-{AE7EF655-0CA0-4487-AC98-A2BBF2755BBA}" dt="2024-10-09T21:51:03.509" v="373" actId="14100"/>
        <pc:sldMkLst>
          <pc:docMk/>
          <pc:sldMk cId="1461588359" sldId="269"/>
        </pc:sldMkLst>
        <pc:spChg chg="mod">
          <ac:chgData name="Ben Sherman" userId="B2Z592lpL5s/ObuOB+DIn3zrvTqQrPzfLcooue0z7rE=" providerId="None" clId="Web-{AE7EF655-0CA0-4487-AC98-A2BBF2755BBA}" dt="2024-10-09T21:51:03.509" v="373" actId="14100"/>
          <ac:spMkLst>
            <pc:docMk/>
            <pc:sldMk cId="1461588359" sldId="269"/>
            <ac:spMk id="4" creationId="{F5EE45BC-442F-5537-C66D-03218DAAC248}"/>
          </ac:spMkLst>
        </pc:spChg>
      </pc:sldChg>
      <pc:sldChg chg="delSp modSp">
        <pc:chgData name="Ben Sherman" userId="B2Z592lpL5s/ObuOB+DIn3zrvTqQrPzfLcooue0z7rE=" providerId="None" clId="Web-{AE7EF655-0CA0-4487-AC98-A2BBF2755BBA}" dt="2024-10-09T21:39:32.597" v="289" actId="20577"/>
        <pc:sldMkLst>
          <pc:docMk/>
          <pc:sldMk cId="1024818632" sldId="270"/>
        </pc:sldMkLst>
        <pc:spChg chg="mod">
          <ac:chgData name="Ben Sherman" userId="B2Z592lpL5s/ObuOB+DIn3zrvTqQrPzfLcooue0z7rE=" providerId="None" clId="Web-{AE7EF655-0CA0-4487-AC98-A2BBF2755BBA}" dt="2024-10-09T21:30:21.811" v="281" actId="20577"/>
          <ac:spMkLst>
            <pc:docMk/>
            <pc:sldMk cId="1024818632" sldId="270"/>
            <ac:spMk id="2" creationId="{C8DDF817-7874-5C02-CECC-4E106A454D5A}"/>
          </ac:spMkLst>
        </pc:spChg>
        <pc:spChg chg="mod">
          <ac:chgData name="Ben Sherman" userId="B2Z592lpL5s/ObuOB+DIn3zrvTqQrPzfLcooue0z7rE=" providerId="None" clId="Web-{AE7EF655-0CA0-4487-AC98-A2BBF2755BBA}" dt="2024-10-09T21:39:32.597" v="289" actId="20577"/>
          <ac:spMkLst>
            <pc:docMk/>
            <pc:sldMk cId="1024818632" sldId="270"/>
            <ac:spMk id="3" creationId="{BC644F39-0BE6-C82D-D117-F6B8F5128E25}"/>
          </ac:spMkLst>
        </pc:spChg>
        <pc:picChg chg="del">
          <ac:chgData name="Ben Sherman" userId="B2Z592lpL5s/ObuOB+DIn3zrvTqQrPzfLcooue0z7rE=" providerId="None" clId="Web-{AE7EF655-0CA0-4487-AC98-A2BBF2755BBA}" dt="2024-10-09T21:30:30.921" v="282"/>
          <ac:picMkLst>
            <pc:docMk/>
            <pc:sldMk cId="1024818632" sldId="270"/>
            <ac:picMk id="6" creationId="{1C2E1A54-9D77-3921-5366-72DF636DCF71}"/>
          </ac:picMkLst>
        </pc:picChg>
      </pc:sldChg>
      <pc:sldChg chg="modSp">
        <pc:chgData name="Ben Sherman" userId="B2Z592lpL5s/ObuOB+DIn3zrvTqQrPzfLcooue0z7rE=" providerId="None" clId="Web-{AE7EF655-0CA0-4487-AC98-A2BBF2755BBA}" dt="2024-10-09T21:51:40.478" v="380" actId="14100"/>
        <pc:sldMkLst>
          <pc:docMk/>
          <pc:sldMk cId="1099004406" sldId="271"/>
        </pc:sldMkLst>
        <pc:spChg chg="mod">
          <ac:chgData name="Ben Sherman" userId="B2Z592lpL5s/ObuOB+DIn3zrvTqQrPzfLcooue0z7rE=" providerId="None" clId="Web-{AE7EF655-0CA0-4487-AC98-A2BBF2755BBA}" dt="2024-10-09T21:51:40.478" v="380" actId="14100"/>
          <ac:spMkLst>
            <pc:docMk/>
            <pc:sldMk cId="1099004406" sldId="271"/>
            <ac:spMk id="4" creationId="{F5EE45BC-442F-5537-C66D-03218DAAC248}"/>
          </ac:spMkLst>
        </pc:spChg>
      </pc:sldChg>
      <pc:sldChg chg="modSp">
        <pc:chgData name="Ben Sherman" userId="B2Z592lpL5s/ObuOB+DIn3zrvTqQrPzfLcooue0z7rE=" providerId="None" clId="Web-{AE7EF655-0CA0-4487-AC98-A2BBF2755BBA}" dt="2024-10-09T21:51:31.619" v="378" actId="14100"/>
        <pc:sldMkLst>
          <pc:docMk/>
          <pc:sldMk cId="1966279469" sldId="272"/>
        </pc:sldMkLst>
        <pc:spChg chg="mod">
          <ac:chgData name="Ben Sherman" userId="B2Z592lpL5s/ObuOB+DIn3zrvTqQrPzfLcooue0z7rE=" providerId="None" clId="Web-{AE7EF655-0CA0-4487-AC98-A2BBF2755BBA}" dt="2024-10-09T21:51:31.619" v="378" actId="14100"/>
          <ac:spMkLst>
            <pc:docMk/>
            <pc:sldMk cId="1966279469" sldId="272"/>
            <ac:spMk id="4" creationId="{F5EE45BC-442F-5537-C66D-03218DAAC248}"/>
          </ac:spMkLst>
        </pc:spChg>
      </pc:sldChg>
      <pc:sldChg chg="modSp">
        <pc:chgData name="Ben Sherman" userId="B2Z592lpL5s/ObuOB+DIn3zrvTqQrPzfLcooue0z7rE=" providerId="None" clId="Web-{AE7EF655-0CA0-4487-AC98-A2BBF2755BBA}" dt="2024-10-09T21:51:27.994" v="377" actId="14100"/>
        <pc:sldMkLst>
          <pc:docMk/>
          <pc:sldMk cId="2675542483" sldId="274"/>
        </pc:sldMkLst>
        <pc:spChg chg="mod">
          <ac:chgData name="Ben Sherman" userId="B2Z592lpL5s/ObuOB+DIn3zrvTqQrPzfLcooue0z7rE=" providerId="None" clId="Web-{AE7EF655-0CA0-4487-AC98-A2BBF2755BBA}" dt="2024-10-09T21:51:27.994" v="377" actId="14100"/>
          <ac:spMkLst>
            <pc:docMk/>
            <pc:sldMk cId="2675542483" sldId="274"/>
            <ac:spMk id="4" creationId="{F5EE45BC-442F-5537-C66D-03218DAAC248}"/>
          </ac:spMkLst>
        </pc:spChg>
      </pc:sldChg>
      <pc:sldChg chg="delSp modSp add replId">
        <pc:chgData name="Ben Sherman" userId="B2Z592lpL5s/ObuOB+DIn3zrvTqQrPzfLcooue0z7rE=" providerId="None" clId="Web-{AE7EF655-0CA0-4487-AC98-A2BBF2755BBA}" dt="2024-10-09T20:44:42.929" v="253" actId="20577"/>
        <pc:sldMkLst>
          <pc:docMk/>
          <pc:sldMk cId="1121307087" sldId="275"/>
        </pc:sldMkLst>
        <pc:spChg chg="mod">
          <ac:chgData name="Ben Sherman" userId="B2Z592lpL5s/ObuOB+DIn3zrvTqQrPzfLcooue0z7rE=" providerId="None" clId="Web-{AE7EF655-0CA0-4487-AC98-A2BBF2755BBA}" dt="2024-10-09T20:44:42.929" v="253" actId="20577"/>
          <ac:spMkLst>
            <pc:docMk/>
            <pc:sldMk cId="1121307087" sldId="275"/>
            <ac:spMk id="3" creationId="{BC644F39-0BE6-C82D-D117-F6B8F5128E25}"/>
          </ac:spMkLst>
        </pc:spChg>
        <pc:picChg chg="mod">
          <ac:chgData name="Ben Sherman" userId="B2Z592lpL5s/ObuOB+DIn3zrvTqQrPzfLcooue0z7rE=" providerId="None" clId="Web-{AE7EF655-0CA0-4487-AC98-A2BBF2755BBA}" dt="2024-10-09T20:40:10.423" v="170" actId="1076"/>
          <ac:picMkLst>
            <pc:docMk/>
            <pc:sldMk cId="1121307087" sldId="275"/>
            <ac:picMk id="6" creationId="{F80FEE0A-80D0-4176-D488-8A27E7D2020F}"/>
          </ac:picMkLst>
        </pc:picChg>
        <pc:picChg chg="del">
          <ac:chgData name="Ben Sherman" userId="B2Z592lpL5s/ObuOB+DIn3zrvTqQrPzfLcooue0z7rE=" providerId="None" clId="Web-{AE7EF655-0CA0-4487-AC98-A2BBF2755BBA}" dt="2024-10-09T20:34:03.210" v="79"/>
          <ac:picMkLst>
            <pc:docMk/>
            <pc:sldMk cId="1121307087" sldId="275"/>
            <ac:picMk id="7" creationId="{12653AE3-EE7F-593B-AEDF-AB83F3443A8A}"/>
          </ac:picMkLst>
        </pc:picChg>
      </pc:sldChg>
      <pc:sldChg chg="modSp">
        <pc:chgData name="Ben Sherman" userId="B2Z592lpL5s/ObuOB+DIn3zrvTqQrPzfLcooue0z7rE=" providerId="None" clId="Web-{AE7EF655-0CA0-4487-AC98-A2BBF2755BBA}" dt="2024-10-09T21:51:21.197" v="376" actId="14100"/>
        <pc:sldMkLst>
          <pc:docMk/>
          <pc:sldMk cId="988043340" sldId="276"/>
        </pc:sldMkLst>
        <pc:spChg chg="mod">
          <ac:chgData name="Ben Sherman" userId="B2Z592lpL5s/ObuOB+DIn3zrvTqQrPzfLcooue0z7rE=" providerId="None" clId="Web-{AE7EF655-0CA0-4487-AC98-A2BBF2755BBA}" dt="2024-10-09T21:51:21.197" v="376" actId="14100"/>
          <ac:spMkLst>
            <pc:docMk/>
            <pc:sldMk cId="988043340" sldId="276"/>
            <ac:spMk id="4" creationId="{F5EE45BC-442F-5537-C66D-03218DAAC248}"/>
          </ac:spMkLst>
        </pc:spChg>
      </pc:sldChg>
      <pc:sldChg chg="addSp delSp modSp add replId">
        <pc:chgData name="Ben Sherman" userId="B2Z592lpL5s/ObuOB+DIn3zrvTqQrPzfLcooue0z7rE=" providerId="None" clId="Web-{AE7EF655-0CA0-4487-AC98-A2BBF2755BBA}" dt="2024-10-09T21:51:35.791" v="379" actId="14100"/>
        <pc:sldMkLst>
          <pc:docMk/>
          <pc:sldMk cId="507670785" sldId="277"/>
        </pc:sldMkLst>
        <pc:spChg chg="mod">
          <ac:chgData name="Ben Sherman" userId="B2Z592lpL5s/ObuOB+DIn3zrvTqQrPzfLcooue0z7rE=" providerId="None" clId="Web-{AE7EF655-0CA0-4487-AC98-A2BBF2755BBA}" dt="2024-10-09T20:57:21.041" v="271" actId="20577"/>
          <ac:spMkLst>
            <pc:docMk/>
            <pc:sldMk cId="507670785" sldId="277"/>
            <ac:spMk id="2" creationId="{C8DDF817-7874-5C02-CECC-4E106A454D5A}"/>
          </ac:spMkLst>
        </pc:spChg>
        <pc:spChg chg="del">
          <ac:chgData name="Ben Sherman" userId="B2Z592lpL5s/ObuOB+DIn3zrvTqQrPzfLcooue0z7rE=" providerId="None" clId="Web-{AE7EF655-0CA0-4487-AC98-A2BBF2755BBA}" dt="2024-10-09T21:21:15.593" v="272"/>
          <ac:spMkLst>
            <pc:docMk/>
            <pc:sldMk cId="507670785" sldId="277"/>
            <ac:spMk id="3" creationId="{BC644F39-0BE6-C82D-D117-F6B8F5128E25}"/>
          </ac:spMkLst>
        </pc:spChg>
        <pc:spChg chg="mod">
          <ac:chgData name="Ben Sherman" userId="B2Z592lpL5s/ObuOB+DIn3zrvTqQrPzfLcooue0z7rE=" providerId="None" clId="Web-{AE7EF655-0CA0-4487-AC98-A2BBF2755BBA}" dt="2024-10-09T21:51:35.791" v="379" actId="14100"/>
          <ac:spMkLst>
            <pc:docMk/>
            <pc:sldMk cId="507670785" sldId="277"/>
            <ac:spMk id="4" creationId="{F5EE45BC-442F-5537-C66D-03218DAAC248}"/>
          </ac:spMkLst>
        </pc:spChg>
        <pc:spChg chg="add del mod">
          <ac:chgData name="Ben Sherman" userId="B2Z592lpL5s/ObuOB+DIn3zrvTqQrPzfLcooue0z7rE=" providerId="None" clId="Web-{AE7EF655-0CA0-4487-AC98-A2BBF2755BBA}" dt="2024-10-09T21:21:21.311" v="273"/>
          <ac:spMkLst>
            <pc:docMk/>
            <pc:sldMk cId="507670785" sldId="277"/>
            <ac:spMk id="6" creationId="{1F7FD545-22C2-9340-44BC-38407C3C7A19}"/>
          </ac:spMkLst>
        </pc:spChg>
        <pc:picChg chg="add mod">
          <ac:chgData name="Ben Sherman" userId="B2Z592lpL5s/ObuOB+DIn3zrvTqQrPzfLcooue0z7rE=" providerId="None" clId="Web-{AE7EF655-0CA0-4487-AC98-A2BBF2755BBA}" dt="2024-10-09T21:25:49.819" v="277" actId="1076"/>
          <ac:picMkLst>
            <pc:docMk/>
            <pc:sldMk cId="507670785" sldId="277"/>
            <ac:picMk id="7" creationId="{B0D139E0-B972-01D2-E7D1-D63C3CBC59FE}"/>
          </ac:picMkLst>
        </pc:picChg>
      </pc:sldChg>
      <pc:sldChg chg="add replId">
        <pc:chgData name="Ben Sherman" userId="B2Z592lpL5s/ObuOB+DIn3zrvTqQrPzfLcooue0z7rE=" providerId="None" clId="Web-{AE7EF655-0CA0-4487-AC98-A2BBF2755BBA}" dt="2024-10-09T21:29:52.044" v="278"/>
        <pc:sldMkLst>
          <pc:docMk/>
          <pc:sldMk cId="1515785550" sldId="278"/>
        </pc:sldMkLst>
      </pc:sldChg>
      <pc:sldChg chg="addSp delSp modSp add ord replId">
        <pc:chgData name="Ben Sherman" userId="B2Z592lpL5s/ObuOB+DIn3zrvTqQrPzfLcooue0z7rE=" providerId="None" clId="Web-{AE7EF655-0CA0-4487-AC98-A2BBF2755BBA}" dt="2024-10-09T21:52:00.323" v="382"/>
        <pc:sldMkLst>
          <pc:docMk/>
          <pc:sldMk cId="3637098639" sldId="279"/>
        </pc:sldMkLst>
        <pc:spChg chg="mod">
          <ac:chgData name="Ben Sherman" userId="B2Z592lpL5s/ObuOB+DIn3zrvTqQrPzfLcooue0z7rE=" providerId="None" clId="Web-{AE7EF655-0CA0-4487-AC98-A2BBF2755BBA}" dt="2024-10-09T21:43:20.432" v="369" actId="14100"/>
          <ac:spMkLst>
            <pc:docMk/>
            <pc:sldMk cId="3637098639" sldId="279"/>
            <ac:spMk id="2" creationId="{C8DDF817-7874-5C02-CECC-4E106A454D5A}"/>
          </ac:spMkLst>
        </pc:spChg>
        <pc:spChg chg="del">
          <ac:chgData name="Ben Sherman" userId="B2Z592lpL5s/ObuOB+DIn3zrvTqQrPzfLcooue0z7rE=" providerId="None" clId="Web-{AE7EF655-0CA0-4487-AC98-A2BBF2755BBA}" dt="2024-10-09T21:40:17.708" v="292"/>
          <ac:spMkLst>
            <pc:docMk/>
            <pc:sldMk cId="3637098639" sldId="279"/>
            <ac:spMk id="3" creationId="{BC644F39-0BE6-C82D-D117-F6B8F5128E25}"/>
          </ac:spMkLst>
        </pc:spChg>
        <pc:spChg chg="add del mod">
          <ac:chgData name="Ben Sherman" userId="B2Z592lpL5s/ObuOB+DIn3zrvTqQrPzfLcooue0z7rE=" providerId="None" clId="Web-{AE7EF655-0CA0-4487-AC98-A2BBF2755BBA}" dt="2024-10-09T21:43:14.619" v="368" actId="1076"/>
          <ac:spMkLst>
            <pc:docMk/>
            <pc:sldMk cId="3637098639" sldId="279"/>
            <ac:spMk id="5" creationId="{D5FE6E84-7598-2A09-4414-17DC767C18D0}"/>
          </ac:spMkLst>
        </pc:spChg>
        <pc:spChg chg="add mod">
          <ac:chgData name="Ben Sherman" userId="B2Z592lpL5s/ObuOB+DIn3zrvTqQrPzfLcooue0z7rE=" providerId="None" clId="Web-{AE7EF655-0CA0-4487-AC98-A2BBF2755BBA}" dt="2024-10-09T21:52:00.323" v="382"/>
          <ac:spMkLst>
            <pc:docMk/>
            <pc:sldMk cId="3637098639" sldId="279"/>
            <ac:spMk id="7" creationId="{40706A19-F129-EC63-121A-850A532D9F37}"/>
          </ac:spMkLst>
        </pc:spChg>
      </pc:sldChg>
      <pc:sldChg chg="addSp modSp add ord replId">
        <pc:chgData name="Ben Sherman" userId="B2Z592lpL5s/ObuOB+DIn3zrvTqQrPzfLcooue0z7rE=" providerId="None" clId="Web-{AE7EF655-0CA0-4487-AC98-A2BBF2755BBA}" dt="2024-10-09T21:51:50.713" v="381"/>
        <pc:sldMkLst>
          <pc:docMk/>
          <pc:sldMk cId="2189994964" sldId="280"/>
        </pc:sldMkLst>
        <pc:spChg chg="mod">
          <ac:chgData name="Ben Sherman" userId="B2Z592lpL5s/ObuOB+DIn3zrvTqQrPzfLcooue0z7rE=" providerId="None" clId="Web-{AE7EF655-0CA0-4487-AC98-A2BBF2755BBA}" dt="2024-10-09T21:43:34.979" v="371" actId="1076"/>
          <ac:spMkLst>
            <pc:docMk/>
            <pc:sldMk cId="2189994964" sldId="280"/>
            <ac:spMk id="2" creationId="{C8DDF817-7874-5C02-CECC-4E106A454D5A}"/>
          </ac:spMkLst>
        </pc:spChg>
        <pc:spChg chg="add mod">
          <ac:chgData name="Ben Sherman" userId="B2Z592lpL5s/ObuOB+DIn3zrvTqQrPzfLcooue0z7rE=" providerId="None" clId="Web-{AE7EF655-0CA0-4487-AC98-A2BBF2755BBA}" dt="2024-10-09T21:51:50.713" v="381"/>
          <ac:spMkLst>
            <pc:docMk/>
            <pc:sldMk cId="2189994964" sldId="280"/>
            <ac:spMk id="4" creationId="{1AA574A0-D5F7-56D8-B847-FC19B82BF91C}"/>
          </ac:spMkLst>
        </pc:spChg>
        <pc:spChg chg="mod">
          <ac:chgData name="Ben Sherman" userId="B2Z592lpL5s/ObuOB+DIn3zrvTqQrPzfLcooue0z7rE=" providerId="None" clId="Web-{AE7EF655-0CA0-4487-AC98-A2BBF2755BBA}" dt="2024-10-09T21:43:27.494" v="370" actId="1076"/>
          <ac:spMkLst>
            <pc:docMk/>
            <pc:sldMk cId="2189994964" sldId="280"/>
            <ac:spMk id="5" creationId="{D5FE6E84-7598-2A09-4414-17DC767C18D0}"/>
          </ac:spMkLst>
        </pc:spChg>
      </pc:sldChg>
    </pc:docChg>
  </pc:docChgLst>
  <pc:docChgLst>
    <pc:chgData name="Ben Sherman" userId="B2Z592lpL5s/ObuOB+DIn3zrvTqQrPzfLcooue0z7rE=" providerId="None" clId="Web-{2206D558-3456-4793-8CFA-83F9C9EAFB08}"/>
    <pc:docChg chg="modSld">
      <pc:chgData name="Ben Sherman" userId="B2Z592lpL5s/ObuOB+DIn3zrvTqQrPzfLcooue0z7rE=" providerId="None" clId="Web-{2206D558-3456-4793-8CFA-83F9C9EAFB08}" dt="2024-09-18T19:58:55.151" v="11" actId="20577"/>
      <pc:docMkLst>
        <pc:docMk/>
      </pc:docMkLst>
      <pc:sldChg chg="addSp modSp">
        <pc:chgData name="Ben Sherman" userId="B2Z592lpL5s/ObuOB+DIn3zrvTqQrPzfLcooue0z7rE=" providerId="None" clId="Web-{2206D558-3456-4793-8CFA-83F9C9EAFB08}" dt="2024-09-18T19:45:03.966" v="4" actId="1076"/>
        <pc:sldMkLst>
          <pc:docMk/>
          <pc:sldMk cId="2363649107" sldId="266"/>
        </pc:sldMkLst>
        <pc:picChg chg="add mod">
          <ac:chgData name="Ben Sherman" userId="B2Z592lpL5s/ObuOB+DIn3zrvTqQrPzfLcooue0z7rE=" providerId="None" clId="Web-{2206D558-3456-4793-8CFA-83F9C9EAFB08}" dt="2024-09-18T19:45:03.966" v="4" actId="1076"/>
          <ac:picMkLst>
            <pc:docMk/>
            <pc:sldMk cId="2363649107" sldId="266"/>
            <ac:picMk id="5" creationId="{E2479D0B-7DC3-EDF9-AE1E-63AE1257A2E3}"/>
          </ac:picMkLst>
        </pc:picChg>
      </pc:sldChg>
      <pc:sldChg chg="addSp delSp modSp">
        <pc:chgData name="Ben Sherman" userId="B2Z592lpL5s/ObuOB+DIn3zrvTqQrPzfLcooue0z7rE=" providerId="None" clId="Web-{2206D558-3456-4793-8CFA-83F9C9EAFB08}" dt="2024-09-18T19:58:55.151" v="11" actId="20577"/>
        <pc:sldMkLst>
          <pc:docMk/>
          <pc:sldMk cId="1420741441" sldId="267"/>
        </pc:sldMkLst>
        <pc:spChg chg="mod">
          <ac:chgData name="Ben Sherman" userId="B2Z592lpL5s/ObuOB+DIn3zrvTqQrPzfLcooue0z7rE=" providerId="None" clId="Web-{2206D558-3456-4793-8CFA-83F9C9EAFB08}" dt="2024-09-18T19:58:55.151" v="11" actId="20577"/>
          <ac:spMkLst>
            <pc:docMk/>
            <pc:sldMk cId="1420741441" sldId="267"/>
            <ac:spMk id="3" creationId="{BC644F39-0BE6-C82D-D117-F6B8F5128E25}"/>
          </ac:spMkLst>
        </pc:spChg>
        <pc:picChg chg="add del mod">
          <ac:chgData name="Ben Sherman" userId="B2Z592lpL5s/ObuOB+DIn3zrvTqQrPzfLcooue0z7rE=" providerId="None" clId="Web-{2206D558-3456-4793-8CFA-83F9C9EAFB08}" dt="2024-09-18T19:58:42.229" v="7"/>
          <ac:picMkLst>
            <pc:docMk/>
            <pc:sldMk cId="1420741441" sldId="267"/>
            <ac:picMk id="5" creationId="{2C4CFA3F-F21C-F925-E532-0C59DC17F3F4}"/>
          </ac:picMkLst>
        </pc:picChg>
      </pc:sldChg>
    </pc:docChg>
  </pc:docChgLst>
  <pc:docChgLst>
    <pc:chgData name="Trace Shafer" userId="XrbJnax0RagH4bMr75mmHnJqJ15V3xLAIGES0Lm1IU4=" providerId="None" clId="Web-{3A5C7059-3F88-41FD-A6EB-5DFF40E0C7DC}"/>
    <pc:docChg chg="addSld modSld sldOrd">
      <pc:chgData name="Trace Shafer" userId="XrbJnax0RagH4bMr75mmHnJqJ15V3xLAIGES0Lm1IU4=" providerId="None" clId="Web-{3A5C7059-3F88-41FD-A6EB-5DFF40E0C7DC}" dt="2024-10-16T20:44:21.670" v="415" actId="20577"/>
      <pc:docMkLst>
        <pc:docMk/>
      </pc:docMkLst>
      <pc:sldChg chg="modSp">
        <pc:chgData name="Trace Shafer" userId="XrbJnax0RagH4bMr75mmHnJqJ15V3xLAIGES0Lm1IU4=" providerId="None" clId="Web-{3A5C7059-3F88-41FD-A6EB-5DFF40E0C7DC}" dt="2024-10-16T20:28:30.153" v="185" actId="20577"/>
        <pc:sldMkLst>
          <pc:docMk/>
          <pc:sldMk cId="2078996173" sldId="265"/>
        </pc:sldMkLst>
        <pc:spChg chg="mod">
          <ac:chgData name="Trace Shafer" userId="XrbJnax0RagH4bMr75mmHnJqJ15V3xLAIGES0Lm1IU4=" providerId="None" clId="Web-{3A5C7059-3F88-41FD-A6EB-5DFF40E0C7DC}" dt="2024-10-16T20:28:30.153" v="185" actId="20577"/>
          <ac:spMkLst>
            <pc:docMk/>
            <pc:sldMk cId="2078996173" sldId="265"/>
            <ac:spMk id="3" creationId="{BC644F39-0BE6-C82D-D117-F6B8F5128E25}"/>
          </ac:spMkLst>
        </pc:spChg>
      </pc:sldChg>
      <pc:sldChg chg="modSp add replId">
        <pc:chgData name="Trace Shafer" userId="XrbJnax0RagH4bMr75mmHnJqJ15V3xLAIGES0Lm1IU4=" providerId="None" clId="Web-{3A5C7059-3F88-41FD-A6EB-5DFF40E0C7DC}" dt="2024-10-16T20:33:55.784" v="205" actId="20577"/>
        <pc:sldMkLst>
          <pc:docMk/>
          <pc:sldMk cId="3951028242" sldId="285"/>
        </pc:sldMkLst>
        <pc:spChg chg="mod">
          <ac:chgData name="Trace Shafer" userId="XrbJnax0RagH4bMr75mmHnJqJ15V3xLAIGES0Lm1IU4=" providerId="None" clId="Web-{3A5C7059-3F88-41FD-A6EB-5DFF40E0C7DC}" dt="2024-10-16T19:44:31.809" v="76" actId="20577"/>
          <ac:spMkLst>
            <pc:docMk/>
            <pc:sldMk cId="3951028242" sldId="285"/>
            <ac:spMk id="2" creationId="{C8DDF817-7874-5C02-CECC-4E106A454D5A}"/>
          </ac:spMkLst>
        </pc:spChg>
        <pc:spChg chg="mod">
          <ac:chgData name="Trace Shafer" userId="XrbJnax0RagH4bMr75mmHnJqJ15V3xLAIGES0Lm1IU4=" providerId="None" clId="Web-{3A5C7059-3F88-41FD-A6EB-5DFF40E0C7DC}" dt="2024-10-16T20:33:55.784" v="205" actId="20577"/>
          <ac:spMkLst>
            <pc:docMk/>
            <pc:sldMk cId="3951028242" sldId="285"/>
            <ac:spMk id="3" creationId="{BC644F39-0BE6-C82D-D117-F6B8F5128E25}"/>
          </ac:spMkLst>
        </pc:spChg>
      </pc:sldChg>
      <pc:sldChg chg="modSp add ord replId">
        <pc:chgData name="Trace Shafer" userId="XrbJnax0RagH4bMr75mmHnJqJ15V3xLAIGES0Lm1IU4=" providerId="None" clId="Web-{3A5C7059-3F88-41FD-A6EB-5DFF40E0C7DC}" dt="2024-10-16T20:42:28.809" v="312" actId="20577"/>
        <pc:sldMkLst>
          <pc:docMk/>
          <pc:sldMk cId="3713309986" sldId="286"/>
        </pc:sldMkLst>
        <pc:spChg chg="mod">
          <ac:chgData name="Trace Shafer" userId="XrbJnax0RagH4bMr75mmHnJqJ15V3xLAIGES0Lm1IU4=" providerId="None" clId="Web-{3A5C7059-3F88-41FD-A6EB-5DFF40E0C7DC}" dt="2024-10-16T20:42:28.809" v="312" actId="20577"/>
          <ac:spMkLst>
            <pc:docMk/>
            <pc:sldMk cId="3713309986" sldId="286"/>
            <ac:spMk id="2" creationId="{C8DDF817-7874-5C02-CECC-4E106A454D5A}"/>
          </ac:spMkLst>
        </pc:spChg>
        <pc:spChg chg="mod">
          <ac:chgData name="Trace Shafer" userId="XrbJnax0RagH4bMr75mmHnJqJ15V3xLAIGES0Lm1IU4=" providerId="None" clId="Web-{3A5C7059-3F88-41FD-A6EB-5DFF40E0C7DC}" dt="2024-10-16T20:41:24.558" v="303" actId="20577"/>
          <ac:spMkLst>
            <pc:docMk/>
            <pc:sldMk cId="3713309986" sldId="286"/>
            <ac:spMk id="3" creationId="{BC644F39-0BE6-C82D-D117-F6B8F5128E25}"/>
          </ac:spMkLst>
        </pc:spChg>
      </pc:sldChg>
      <pc:sldChg chg="modSp add replId">
        <pc:chgData name="Trace Shafer" userId="XrbJnax0RagH4bMr75mmHnJqJ15V3xLAIGES0Lm1IU4=" providerId="None" clId="Web-{3A5C7059-3F88-41FD-A6EB-5DFF40E0C7DC}" dt="2024-10-16T20:44:21.670" v="415" actId="20577"/>
        <pc:sldMkLst>
          <pc:docMk/>
          <pc:sldMk cId="2480807650" sldId="287"/>
        </pc:sldMkLst>
        <pc:spChg chg="mod">
          <ac:chgData name="Trace Shafer" userId="XrbJnax0RagH4bMr75mmHnJqJ15V3xLAIGES0Lm1IU4=" providerId="None" clId="Web-{3A5C7059-3F88-41FD-A6EB-5DFF40E0C7DC}" dt="2024-10-16T20:42:33.762" v="315" actId="20577"/>
          <ac:spMkLst>
            <pc:docMk/>
            <pc:sldMk cId="2480807650" sldId="287"/>
            <ac:spMk id="2" creationId="{C8DDF817-7874-5C02-CECC-4E106A454D5A}"/>
          </ac:spMkLst>
        </pc:spChg>
        <pc:spChg chg="mod">
          <ac:chgData name="Trace Shafer" userId="XrbJnax0RagH4bMr75mmHnJqJ15V3xLAIGES0Lm1IU4=" providerId="None" clId="Web-{3A5C7059-3F88-41FD-A6EB-5DFF40E0C7DC}" dt="2024-10-16T20:44:21.670" v="415" actId="20577"/>
          <ac:spMkLst>
            <pc:docMk/>
            <pc:sldMk cId="2480807650" sldId="287"/>
            <ac:spMk id="3" creationId="{BC644F39-0BE6-C82D-D117-F6B8F5128E25}"/>
          </ac:spMkLst>
        </pc:spChg>
      </pc:sldChg>
    </pc:docChg>
  </pc:docChgLst>
  <pc:docChgLst>
    <pc:chgData name="Lauric Brown" userId="JfC5AM8avzTEBZQp3msu59NYsdP65YLa5l6ezRiCRh8=" providerId="None" clId="Web-{62E58C5A-EFF4-4C2B-9657-C7DCC49FE97B}"/>
    <pc:docChg chg="modSld">
      <pc:chgData name="Lauric Brown" userId="JfC5AM8avzTEBZQp3msu59NYsdP65YLa5l6ezRiCRh8=" providerId="None" clId="Web-{62E58C5A-EFF4-4C2B-9657-C7DCC49FE97B}" dt="2024-10-11T20:45:30.482" v="3119"/>
      <pc:docMkLst>
        <pc:docMk/>
      </pc:docMkLst>
      <pc:sldChg chg="addSp delSp modSp">
        <pc:chgData name="Lauric Brown" userId="JfC5AM8avzTEBZQp3msu59NYsdP65YLa5l6ezRiCRh8=" providerId="None" clId="Web-{62E58C5A-EFF4-4C2B-9657-C7DCC49FE97B}" dt="2024-10-11T20:45:30.482" v="3119"/>
        <pc:sldMkLst>
          <pc:docMk/>
          <pc:sldMk cId="1966279469" sldId="272"/>
        </pc:sldMkLst>
        <pc:spChg chg="mod">
          <ac:chgData name="Lauric Brown" userId="JfC5AM8avzTEBZQp3msu59NYsdP65YLa5l6ezRiCRh8=" providerId="None" clId="Web-{62E58C5A-EFF4-4C2B-9657-C7DCC49FE97B}" dt="2024-10-11T20:30:58.574" v="2761" actId="14100"/>
          <ac:spMkLst>
            <pc:docMk/>
            <pc:sldMk cId="1966279469" sldId="272"/>
            <ac:spMk id="2" creationId="{C8DDF817-7874-5C02-CECC-4E106A454D5A}"/>
          </ac:spMkLst>
        </pc:spChg>
        <pc:spChg chg="del mod">
          <ac:chgData name="Lauric Brown" userId="JfC5AM8avzTEBZQp3msu59NYsdP65YLa5l6ezRiCRh8=" providerId="None" clId="Web-{62E58C5A-EFF4-4C2B-9657-C7DCC49FE97B}" dt="2024-10-11T20:10:31.832" v="760"/>
          <ac:spMkLst>
            <pc:docMk/>
            <pc:sldMk cId="1966279469" sldId="272"/>
            <ac:spMk id="3" creationId="{BC644F39-0BE6-C82D-D117-F6B8F5128E25}"/>
          </ac:spMkLst>
        </pc:spChg>
        <pc:spChg chg="add del mod">
          <ac:chgData name="Lauric Brown" userId="JfC5AM8avzTEBZQp3msu59NYsdP65YLa5l6ezRiCRh8=" providerId="None" clId="Web-{62E58C5A-EFF4-4C2B-9657-C7DCC49FE97B}" dt="2024-10-11T20:10:40.379" v="762"/>
          <ac:spMkLst>
            <pc:docMk/>
            <pc:sldMk cId="1966279469" sldId="272"/>
            <ac:spMk id="6" creationId="{FD8313AC-B16B-C46E-02F1-6D07D9F41261}"/>
          </ac:spMkLst>
        </pc:spChg>
        <pc:spChg chg="del">
          <ac:chgData name="Lauric Brown" userId="JfC5AM8avzTEBZQp3msu59NYsdP65YLa5l6ezRiCRh8=" providerId="None" clId="Web-{62E58C5A-EFF4-4C2B-9657-C7DCC49FE97B}" dt="2024-10-11T20:10:31.691" v="759"/>
          <ac:spMkLst>
            <pc:docMk/>
            <pc:sldMk cId="1966279469" sldId="272"/>
            <ac:spMk id="10" creationId="{BCFC7250-932F-0F95-C974-03B6972D2BD1}"/>
          </ac:spMkLst>
        </pc:spChg>
        <pc:graphicFrameChg chg="mod modGraphic">
          <ac:chgData name="Lauric Brown" userId="JfC5AM8avzTEBZQp3msu59NYsdP65YLa5l6ezRiCRh8=" providerId="None" clId="Web-{62E58C5A-EFF4-4C2B-9657-C7DCC49FE97B}" dt="2024-10-11T20:45:30.482" v="3119"/>
          <ac:graphicFrameMkLst>
            <pc:docMk/>
            <pc:sldMk cId="1966279469" sldId="272"/>
            <ac:graphicFrameMk id="11" creationId="{DC06441B-86C5-1384-327C-45D72CC0E778}"/>
          </ac:graphicFrameMkLst>
        </pc:graphicFrameChg>
      </pc:sldChg>
    </pc:docChg>
  </pc:docChgLst>
  <pc:docChgLst>
    <pc:chgData name="Ben Sherman" userId="B2Z592lpL5s/ObuOB+DIn3zrvTqQrPzfLcooue0z7rE=" providerId="None" clId="Web-{088BF3AD-0F71-4BF8-B43F-A05BFD4FF93D}"/>
    <pc:docChg chg="modSld">
      <pc:chgData name="Ben Sherman" userId="B2Z592lpL5s/ObuOB+DIn3zrvTqQrPzfLcooue0z7rE=" providerId="None" clId="Web-{088BF3AD-0F71-4BF8-B43F-A05BFD4FF93D}" dt="2024-10-23T20:49:25.677" v="17" actId="20577"/>
      <pc:docMkLst>
        <pc:docMk/>
      </pc:docMkLst>
      <pc:sldChg chg="modSp">
        <pc:chgData name="Ben Sherman" userId="B2Z592lpL5s/ObuOB+DIn3zrvTqQrPzfLcooue0z7rE=" providerId="None" clId="Web-{088BF3AD-0F71-4BF8-B43F-A05BFD4FF93D}" dt="2024-10-23T20:49:25.677" v="17" actId="20577"/>
        <pc:sldMkLst>
          <pc:docMk/>
          <pc:sldMk cId="3951028242" sldId="285"/>
        </pc:sldMkLst>
        <pc:spChg chg="mod">
          <ac:chgData name="Ben Sherman" userId="B2Z592lpL5s/ObuOB+DIn3zrvTqQrPzfLcooue0z7rE=" providerId="None" clId="Web-{088BF3AD-0F71-4BF8-B43F-A05BFD4FF93D}" dt="2024-10-23T20:49:25.677" v="17" actId="20577"/>
          <ac:spMkLst>
            <pc:docMk/>
            <pc:sldMk cId="3951028242" sldId="285"/>
            <ac:spMk id="3" creationId="{BC644F39-0BE6-C82D-D117-F6B8F5128E25}"/>
          </ac:spMkLst>
        </pc:spChg>
      </pc:sldChg>
    </pc:docChg>
  </pc:docChgLst>
  <pc:docChgLst>
    <pc:chgData name="Trace Shafer" userId="XrbJnax0RagH4bMr75mmHnJqJ15V3xLAIGES0Lm1IU4=" providerId="None" clId="Web-{22617BE8-D81D-4BBF-907A-DE66496CCBD9}"/>
    <pc:docChg chg="addSld delSld modSld">
      <pc:chgData name="Trace Shafer" userId="XrbJnax0RagH4bMr75mmHnJqJ15V3xLAIGES0Lm1IU4=" providerId="None" clId="Web-{22617BE8-D81D-4BBF-907A-DE66496CCBD9}" dt="2024-10-07T21:08:47.781" v="20" actId="20577"/>
      <pc:docMkLst>
        <pc:docMk/>
      </pc:docMkLst>
      <pc:sldChg chg="new del">
        <pc:chgData name="Trace Shafer" userId="XrbJnax0RagH4bMr75mmHnJqJ15V3xLAIGES0Lm1IU4=" providerId="None" clId="Web-{22617BE8-D81D-4BBF-907A-DE66496CCBD9}" dt="2024-10-07T21:08:27.641" v="1"/>
        <pc:sldMkLst>
          <pc:docMk/>
          <pc:sldMk cId="1536051020" sldId="273"/>
        </pc:sldMkLst>
      </pc:sldChg>
      <pc:sldChg chg="modSp add replId">
        <pc:chgData name="Trace Shafer" userId="XrbJnax0RagH4bMr75mmHnJqJ15V3xLAIGES0Lm1IU4=" providerId="None" clId="Web-{22617BE8-D81D-4BBF-907A-DE66496CCBD9}" dt="2024-10-07T21:08:47.781" v="20" actId="20577"/>
        <pc:sldMkLst>
          <pc:docMk/>
          <pc:sldMk cId="3891671216" sldId="273"/>
        </pc:sldMkLst>
        <pc:spChg chg="mod">
          <ac:chgData name="Trace Shafer" userId="XrbJnax0RagH4bMr75mmHnJqJ15V3xLAIGES0Lm1IU4=" providerId="None" clId="Web-{22617BE8-D81D-4BBF-907A-DE66496CCBD9}" dt="2024-10-07T21:08:40.484" v="19" actId="20577"/>
          <ac:spMkLst>
            <pc:docMk/>
            <pc:sldMk cId="3891671216" sldId="273"/>
            <ac:spMk id="2" creationId="{C8DDF817-7874-5C02-CECC-4E106A454D5A}"/>
          </ac:spMkLst>
        </pc:spChg>
        <pc:spChg chg="mod">
          <ac:chgData name="Trace Shafer" userId="XrbJnax0RagH4bMr75mmHnJqJ15V3xLAIGES0Lm1IU4=" providerId="None" clId="Web-{22617BE8-D81D-4BBF-907A-DE66496CCBD9}" dt="2024-10-07T21:08:47.781" v="20" actId="20577"/>
          <ac:spMkLst>
            <pc:docMk/>
            <pc:sldMk cId="3891671216" sldId="273"/>
            <ac:spMk id="3" creationId="{BC644F39-0BE6-C82D-D117-F6B8F5128E25}"/>
          </ac:spMkLst>
        </pc:spChg>
      </pc:sldChg>
    </pc:docChg>
  </pc:docChgLst>
  <pc:docChgLst>
    <pc:chgData name="Trace Shafer" userId="XrbJnax0RagH4bMr75mmHnJqJ15V3xLAIGES0Lm1IU4=" providerId="None" clId="Web-{E7BD4E7E-EDE1-4656-A625-1FAE971DE410}"/>
    <pc:docChg chg="addSld modSld">
      <pc:chgData name="Trace Shafer" userId="XrbJnax0RagH4bMr75mmHnJqJ15V3xLAIGES0Lm1IU4=" providerId="None" clId="Web-{E7BD4E7E-EDE1-4656-A625-1FAE971DE410}" dt="2024-10-09T20:56:45.629" v="420" actId="20577"/>
      <pc:docMkLst>
        <pc:docMk/>
      </pc:docMkLst>
      <pc:sldChg chg="modSp add replId">
        <pc:chgData name="Trace Shafer" userId="XrbJnax0RagH4bMr75mmHnJqJ15V3xLAIGES0Lm1IU4=" providerId="None" clId="Web-{E7BD4E7E-EDE1-4656-A625-1FAE971DE410}" dt="2024-10-09T20:56:45.629" v="420" actId="20577"/>
        <pc:sldMkLst>
          <pc:docMk/>
          <pc:sldMk cId="988043340" sldId="276"/>
        </pc:sldMkLst>
        <pc:spChg chg="mod">
          <ac:chgData name="Trace Shafer" userId="XrbJnax0RagH4bMr75mmHnJqJ15V3xLAIGES0Lm1IU4=" providerId="None" clId="Web-{E7BD4E7E-EDE1-4656-A625-1FAE971DE410}" dt="2024-10-09T20:56:45.629" v="420" actId="20577"/>
          <ac:spMkLst>
            <pc:docMk/>
            <pc:sldMk cId="988043340" sldId="276"/>
            <ac:spMk id="3" creationId="{BC644F39-0BE6-C82D-D117-F6B8F5128E2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EF591-7D95-45FE-B76A-5D345873B0AB}" type="datetimeFigureOut">
              <a:t>10/23/2024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66C05-0691-4DD9-B1CA-D2F8FF1A7E89}" type="slidenum">
              <a:t>‹#›</a:t>
            </a:fld>
            <a:endParaRPr lang="en-US"/>
          </a:p>
        </p:txBody>
      </p:sp>
    </p:spTree>
    <p:extLst>
      <p:ext uri="{BB962C8B-B14F-4D97-AF65-F5344CB8AC3E}">
        <p14:creationId xmlns:p14="http://schemas.microsoft.com/office/powerpoint/2010/main" val="2656255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researchgate.net/publication/259509038_Innovative_power_management_attitude_determination_and_control_tile_for_CubeSat_standard_NanoSatellites"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researchgate.net/publication/357488533_Optimized_Design_and_Analysis_of_Printed_Magnetorquer_for_a_3-U_Nano-Satellite"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researchgate.net/publication/259509038_Innovative_power_management_attitude_determination_and_control_tile_for_CubeSat_standard_NanoSatellites"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www.researchgate.net/publication/357488533_Optimized_Design_and_Analysis_of_Printed_Magnetorquer_for_a_3-U_Nano-Satellit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a:t>
            </a:fld>
            <a:endParaRPr lang="en-US"/>
          </a:p>
        </p:txBody>
      </p:sp>
    </p:spTree>
    <p:extLst>
      <p:ext uri="{BB962C8B-B14F-4D97-AF65-F5344CB8AC3E}">
        <p14:creationId xmlns:p14="http://schemas.microsoft.com/office/powerpoint/2010/main" val="32283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a:t>
            </a:fld>
            <a:endParaRPr lang="en-US"/>
          </a:p>
        </p:txBody>
      </p:sp>
    </p:spTree>
    <p:extLst>
      <p:ext uri="{BB962C8B-B14F-4D97-AF65-F5344CB8AC3E}">
        <p14:creationId xmlns:p14="http://schemas.microsoft.com/office/powerpoint/2010/main" val="1534019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3</a:t>
            </a:fld>
            <a:endParaRPr lang="en-US"/>
          </a:p>
        </p:txBody>
      </p:sp>
    </p:spTree>
    <p:extLst>
      <p:ext uri="{BB962C8B-B14F-4D97-AF65-F5344CB8AC3E}">
        <p14:creationId xmlns:p14="http://schemas.microsoft.com/office/powerpoint/2010/main" val="89915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4</a:t>
            </a:fld>
            <a:endParaRPr lang="en-US"/>
          </a:p>
        </p:txBody>
      </p:sp>
    </p:spTree>
    <p:extLst>
      <p:ext uri="{BB962C8B-B14F-4D97-AF65-F5344CB8AC3E}">
        <p14:creationId xmlns:p14="http://schemas.microsoft.com/office/powerpoint/2010/main" val="731462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5</a:t>
            </a:fld>
            <a:endParaRPr lang="en-US"/>
          </a:p>
        </p:txBody>
      </p:sp>
    </p:spTree>
    <p:extLst>
      <p:ext uri="{BB962C8B-B14F-4D97-AF65-F5344CB8AC3E}">
        <p14:creationId xmlns:p14="http://schemas.microsoft.com/office/powerpoint/2010/main" val="330906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6</a:t>
            </a:fld>
            <a:endParaRPr lang="en-US"/>
          </a:p>
        </p:txBody>
      </p:sp>
    </p:spTree>
    <p:extLst>
      <p:ext uri="{BB962C8B-B14F-4D97-AF65-F5344CB8AC3E}">
        <p14:creationId xmlns:p14="http://schemas.microsoft.com/office/powerpoint/2010/main" val="692197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7</a:t>
            </a:fld>
            <a:endParaRPr lang="en-US"/>
          </a:p>
        </p:txBody>
      </p:sp>
    </p:spTree>
    <p:extLst>
      <p:ext uri="{BB962C8B-B14F-4D97-AF65-F5344CB8AC3E}">
        <p14:creationId xmlns:p14="http://schemas.microsoft.com/office/powerpoint/2010/main" val="2942702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8</a:t>
            </a:fld>
            <a:endParaRPr lang="en-US"/>
          </a:p>
        </p:txBody>
      </p:sp>
    </p:spTree>
    <p:extLst>
      <p:ext uri="{BB962C8B-B14F-4D97-AF65-F5344CB8AC3E}">
        <p14:creationId xmlns:p14="http://schemas.microsoft.com/office/powerpoint/2010/main" val="1835977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9</a:t>
            </a:fld>
            <a:endParaRPr lang="en-US"/>
          </a:p>
        </p:txBody>
      </p:sp>
    </p:spTree>
    <p:extLst>
      <p:ext uri="{BB962C8B-B14F-4D97-AF65-F5344CB8AC3E}">
        <p14:creationId xmlns:p14="http://schemas.microsoft.com/office/powerpoint/2010/main" val="3282728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10</a:t>
            </a:fld>
            <a:endParaRPr lang="en-US"/>
          </a:p>
        </p:txBody>
      </p:sp>
    </p:spTree>
    <p:extLst>
      <p:ext uri="{BB962C8B-B14F-4D97-AF65-F5344CB8AC3E}">
        <p14:creationId xmlns:p14="http://schemas.microsoft.com/office/powerpoint/2010/main" val="1012415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https://www.researchgate.net/publication/259509038_Innovative_power_management_attitude_determination_and_control_tile_for_CubeSat_standard_NanoSatellites</a:t>
            </a:r>
            <a:endParaRPr lang="en-US"/>
          </a:p>
          <a:p>
            <a:r>
              <a:rPr lang="en-US">
                <a:hlinkClick r:id="rId4"/>
              </a:rPr>
              <a:t>https://www.researchgate.net/publication/357488533_Optimized_Design_and_Analysis_of_Printed_Magnetorquer_for_a_3-U_Nano-Satellite</a:t>
            </a:r>
            <a:r>
              <a:rPr lang="en-US"/>
              <a:t> -American Society of Civil Engineers</a:t>
            </a:r>
            <a:endParaRPr lang="en-US">
              <a:cs typeface="Calibri"/>
            </a:endParaRPr>
          </a:p>
          <a:p>
            <a:endParaRPr lang="en-US"/>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4CF66C05-0691-4DD9-B1CA-D2F8FF1A7E89}" type="slidenum">
              <a:t>11</a:t>
            </a:fld>
            <a:endParaRPr lang="en-US"/>
          </a:p>
        </p:txBody>
      </p:sp>
    </p:spTree>
    <p:extLst>
      <p:ext uri="{BB962C8B-B14F-4D97-AF65-F5344CB8AC3E}">
        <p14:creationId xmlns:p14="http://schemas.microsoft.com/office/powerpoint/2010/main" val="3416540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https://www.researchgate.net/publication/259509038_Innovative_power_management_attitude_determination_and_control_tile_for_CubeSat_standard_NanoSatellites</a:t>
            </a:r>
            <a:endParaRPr lang="en-US"/>
          </a:p>
          <a:p>
            <a:r>
              <a:rPr lang="en-US">
                <a:hlinkClick r:id="rId4"/>
              </a:rPr>
              <a:t>https://www.researchgate.net/publication/357488533_Optimized_Design_and_Analysis_of_Printed_Magnetorquer_for_a_3-U_Nano-Satellite</a:t>
            </a:r>
            <a:r>
              <a:rPr lang="en-US"/>
              <a:t>-American Society of Civil Engineers</a:t>
            </a:r>
            <a:endParaRPr lang="en-US">
              <a:cs typeface="Calibri"/>
            </a:endParaRPr>
          </a:p>
          <a:p>
            <a:endParaRPr lang="en-US">
              <a:ea typeface="Calibri"/>
              <a:cs typeface="Calibri"/>
            </a:endParaRP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4CF66C05-0691-4DD9-B1CA-D2F8FF1A7E89}" type="slidenum">
              <a:t>12</a:t>
            </a:fld>
            <a:endParaRPr lang="en-US"/>
          </a:p>
        </p:txBody>
      </p:sp>
    </p:spTree>
    <p:extLst>
      <p:ext uri="{BB962C8B-B14F-4D97-AF65-F5344CB8AC3E}">
        <p14:creationId xmlns:p14="http://schemas.microsoft.com/office/powerpoint/2010/main" val="1693976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13</a:t>
            </a:fld>
            <a:endParaRPr lang="en-US"/>
          </a:p>
        </p:txBody>
      </p:sp>
    </p:spTree>
    <p:extLst>
      <p:ext uri="{BB962C8B-B14F-4D97-AF65-F5344CB8AC3E}">
        <p14:creationId xmlns:p14="http://schemas.microsoft.com/office/powerpoint/2010/main" val="402540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90000"/>
              </a:lnSpc>
              <a:spcBef>
                <a:spcPts val="500"/>
              </a:spcBef>
              <a:buFont typeface="Arial"/>
              <a:buChar char="•"/>
            </a:pPr>
            <a:r>
              <a:rPr lang="en-US"/>
              <a:t>Preliminary drawings/schematics</a:t>
            </a:r>
          </a:p>
          <a:p>
            <a:pPr marL="628650" lvl="1" indent="-171450">
              <a:lnSpc>
                <a:spcPct val="90000"/>
              </a:lnSpc>
              <a:spcBef>
                <a:spcPts val="500"/>
              </a:spcBef>
              <a:buFont typeface="Arial"/>
              <a:buChar char="•"/>
            </a:pPr>
            <a:r>
              <a:rPr lang="en-US"/>
              <a:t>Key interfaces</a:t>
            </a:r>
            <a:endParaRPr lang="en-US">
              <a:ea typeface="Calibri"/>
              <a:cs typeface="Calibri"/>
            </a:endParaRPr>
          </a:p>
          <a:p>
            <a:pPr marL="628650" lvl="1" indent="-171450">
              <a:lnSpc>
                <a:spcPct val="90000"/>
              </a:lnSpc>
              <a:spcBef>
                <a:spcPts val="500"/>
              </a:spcBef>
              <a:buFont typeface="Arial"/>
              <a:buChar char="•"/>
            </a:pPr>
            <a:r>
              <a:rPr lang="en-US"/>
              <a:t>Design margins</a:t>
            </a:r>
            <a:endParaRPr lang="en-US">
              <a:ea typeface="Calibri"/>
              <a:cs typeface="Calibri"/>
            </a:endParaRPr>
          </a:p>
          <a:p>
            <a:pPr marL="628650" lvl="1" indent="-171450">
              <a:lnSpc>
                <a:spcPct val="90000"/>
              </a:lnSpc>
              <a:spcBef>
                <a:spcPts val="500"/>
              </a:spcBef>
              <a:buFont typeface="Arial"/>
              <a:buChar char="•"/>
            </a:pPr>
            <a:r>
              <a:rPr lang="en-US"/>
              <a:t>Identify what part of subsystem is redundant and what is not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14</a:t>
            </a:fld>
            <a:endParaRPr lang="en-US"/>
          </a:p>
        </p:txBody>
      </p:sp>
    </p:spTree>
    <p:extLst>
      <p:ext uri="{BB962C8B-B14F-4D97-AF65-F5344CB8AC3E}">
        <p14:creationId xmlns:p14="http://schemas.microsoft.com/office/powerpoint/2010/main" val="1656602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15</a:t>
            </a:fld>
            <a:endParaRPr lang="en-US"/>
          </a:p>
        </p:txBody>
      </p:sp>
    </p:spTree>
    <p:extLst>
      <p:ext uri="{BB962C8B-B14F-4D97-AF65-F5344CB8AC3E}">
        <p14:creationId xmlns:p14="http://schemas.microsoft.com/office/powerpoint/2010/main" val="607594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16</a:t>
            </a:fld>
            <a:endParaRPr lang="en-US"/>
          </a:p>
        </p:txBody>
      </p:sp>
    </p:spTree>
    <p:extLst>
      <p:ext uri="{BB962C8B-B14F-4D97-AF65-F5344CB8AC3E}">
        <p14:creationId xmlns:p14="http://schemas.microsoft.com/office/powerpoint/2010/main" val="3136776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17</a:t>
            </a:fld>
            <a:endParaRPr lang="en-US"/>
          </a:p>
        </p:txBody>
      </p:sp>
    </p:spTree>
    <p:extLst>
      <p:ext uri="{BB962C8B-B14F-4D97-AF65-F5344CB8AC3E}">
        <p14:creationId xmlns:p14="http://schemas.microsoft.com/office/powerpoint/2010/main" val="1481610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90000"/>
              </a:lnSpc>
              <a:spcBef>
                <a:spcPts val="500"/>
              </a:spcBef>
              <a:buFont typeface="Arial"/>
              <a:buChar char="•"/>
            </a:pPr>
            <a:r>
              <a:rPr lang="en-US"/>
              <a:t>Preliminary drawings/schematics</a:t>
            </a:r>
          </a:p>
          <a:p>
            <a:pPr marL="628650" lvl="1" indent="-171450">
              <a:lnSpc>
                <a:spcPct val="90000"/>
              </a:lnSpc>
              <a:spcBef>
                <a:spcPts val="500"/>
              </a:spcBef>
              <a:buFont typeface="Arial"/>
              <a:buChar char="•"/>
            </a:pPr>
            <a:r>
              <a:rPr lang="en-US"/>
              <a:t>Key interfaces</a:t>
            </a:r>
            <a:endParaRPr lang="en-US">
              <a:ea typeface="Calibri"/>
              <a:cs typeface="Calibri"/>
            </a:endParaRPr>
          </a:p>
          <a:p>
            <a:pPr marL="628650" lvl="1" indent="-171450">
              <a:lnSpc>
                <a:spcPct val="90000"/>
              </a:lnSpc>
              <a:spcBef>
                <a:spcPts val="500"/>
              </a:spcBef>
              <a:buFont typeface="Arial"/>
              <a:buChar char="•"/>
            </a:pPr>
            <a:r>
              <a:rPr lang="en-US"/>
              <a:t>Design margins</a:t>
            </a:r>
            <a:endParaRPr lang="en-US">
              <a:ea typeface="Calibri"/>
              <a:cs typeface="Calibri"/>
            </a:endParaRPr>
          </a:p>
          <a:p>
            <a:pPr marL="628650" lvl="1" indent="-171450">
              <a:lnSpc>
                <a:spcPct val="90000"/>
              </a:lnSpc>
              <a:spcBef>
                <a:spcPts val="500"/>
              </a:spcBef>
              <a:buFont typeface="Arial"/>
              <a:buChar char="•"/>
            </a:pPr>
            <a:r>
              <a:rPr lang="en-US"/>
              <a:t>Identify what part of subsystem is redundant and what is not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18</a:t>
            </a:fld>
            <a:endParaRPr lang="en-US"/>
          </a:p>
        </p:txBody>
      </p:sp>
    </p:spTree>
    <p:extLst>
      <p:ext uri="{BB962C8B-B14F-4D97-AF65-F5344CB8AC3E}">
        <p14:creationId xmlns:p14="http://schemas.microsoft.com/office/powerpoint/2010/main" val="3426624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90000"/>
              </a:lnSpc>
              <a:spcBef>
                <a:spcPts val="500"/>
              </a:spcBef>
              <a:buFont typeface="Arial"/>
              <a:buChar char="•"/>
            </a:pPr>
            <a:r>
              <a:rPr lang="en-US"/>
              <a:t>Preliminary drawings/schematics</a:t>
            </a:r>
          </a:p>
          <a:p>
            <a:pPr marL="628650" lvl="1" indent="-171450">
              <a:lnSpc>
                <a:spcPct val="90000"/>
              </a:lnSpc>
              <a:spcBef>
                <a:spcPts val="500"/>
              </a:spcBef>
              <a:buFont typeface="Arial"/>
              <a:buChar char="•"/>
            </a:pPr>
            <a:r>
              <a:rPr lang="en-US"/>
              <a:t>Key interfaces</a:t>
            </a:r>
            <a:endParaRPr lang="en-US">
              <a:ea typeface="Calibri"/>
              <a:cs typeface="Calibri"/>
            </a:endParaRPr>
          </a:p>
          <a:p>
            <a:pPr marL="628650" lvl="1" indent="-171450">
              <a:lnSpc>
                <a:spcPct val="90000"/>
              </a:lnSpc>
              <a:spcBef>
                <a:spcPts val="500"/>
              </a:spcBef>
              <a:buFont typeface="Arial"/>
              <a:buChar char="•"/>
            </a:pPr>
            <a:r>
              <a:rPr lang="en-US"/>
              <a:t>Design margins</a:t>
            </a:r>
            <a:endParaRPr lang="en-US">
              <a:ea typeface="Calibri"/>
              <a:cs typeface="Calibri"/>
            </a:endParaRPr>
          </a:p>
          <a:p>
            <a:pPr marL="628650" lvl="1" indent="-171450">
              <a:lnSpc>
                <a:spcPct val="90000"/>
              </a:lnSpc>
              <a:spcBef>
                <a:spcPts val="500"/>
              </a:spcBef>
              <a:buFont typeface="Arial"/>
              <a:buChar char="•"/>
            </a:pPr>
            <a:r>
              <a:rPr lang="en-US"/>
              <a:t>Identify what part of subsystem is redundant and what is not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4CF66C05-0691-4DD9-B1CA-D2F8FF1A7E89}" type="slidenum">
              <a:t>19</a:t>
            </a:fld>
            <a:endParaRPr lang="en-US"/>
          </a:p>
        </p:txBody>
      </p:sp>
    </p:spTree>
    <p:extLst>
      <p:ext uri="{BB962C8B-B14F-4D97-AF65-F5344CB8AC3E}">
        <p14:creationId xmlns:p14="http://schemas.microsoft.com/office/powerpoint/2010/main" val="3404265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20</a:t>
            </a:fld>
            <a:endParaRPr lang="en-US"/>
          </a:p>
        </p:txBody>
      </p:sp>
    </p:spTree>
    <p:extLst>
      <p:ext uri="{BB962C8B-B14F-4D97-AF65-F5344CB8AC3E}">
        <p14:creationId xmlns:p14="http://schemas.microsoft.com/office/powerpoint/2010/main" val="3301601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21</a:t>
            </a:fld>
            <a:endParaRPr lang="en-US"/>
          </a:p>
        </p:txBody>
      </p:sp>
    </p:spTree>
    <p:extLst>
      <p:ext uri="{BB962C8B-B14F-4D97-AF65-F5344CB8AC3E}">
        <p14:creationId xmlns:p14="http://schemas.microsoft.com/office/powerpoint/2010/main" val="1393814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22</a:t>
            </a:fld>
            <a:endParaRPr lang="en-US"/>
          </a:p>
        </p:txBody>
      </p:sp>
    </p:spTree>
    <p:extLst>
      <p:ext uri="{BB962C8B-B14F-4D97-AF65-F5344CB8AC3E}">
        <p14:creationId xmlns:p14="http://schemas.microsoft.com/office/powerpoint/2010/main" val="791874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23</a:t>
            </a:fld>
            <a:endParaRPr lang="en-US"/>
          </a:p>
        </p:txBody>
      </p:sp>
    </p:spTree>
    <p:extLst>
      <p:ext uri="{BB962C8B-B14F-4D97-AF65-F5344CB8AC3E}">
        <p14:creationId xmlns:p14="http://schemas.microsoft.com/office/powerpoint/2010/main" val="28952238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24</a:t>
            </a:fld>
            <a:endParaRPr lang="en-US"/>
          </a:p>
        </p:txBody>
      </p:sp>
    </p:spTree>
    <p:extLst>
      <p:ext uri="{BB962C8B-B14F-4D97-AF65-F5344CB8AC3E}">
        <p14:creationId xmlns:p14="http://schemas.microsoft.com/office/powerpoint/2010/main" val="93980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25</a:t>
            </a:fld>
            <a:endParaRPr lang="en-US"/>
          </a:p>
        </p:txBody>
      </p:sp>
    </p:spTree>
    <p:extLst>
      <p:ext uri="{BB962C8B-B14F-4D97-AF65-F5344CB8AC3E}">
        <p14:creationId xmlns:p14="http://schemas.microsoft.com/office/powerpoint/2010/main" val="3896278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title slide</a:t>
            </a:r>
          </a:p>
        </p:txBody>
      </p:sp>
      <p:sp>
        <p:nvSpPr>
          <p:cNvPr id="4" name="Slide Number Placeholder 3"/>
          <p:cNvSpPr>
            <a:spLocks noGrp="1"/>
          </p:cNvSpPr>
          <p:nvPr>
            <p:ph type="sldNum" sz="quarter" idx="5"/>
          </p:nvPr>
        </p:nvSpPr>
        <p:spPr/>
        <p:txBody>
          <a:bodyPr/>
          <a:lstStyle/>
          <a:p>
            <a:fld id="{4CF66C05-0691-4DD9-B1CA-D2F8FF1A7E89}" type="slidenum">
              <a:t>26</a:t>
            </a:fld>
            <a:endParaRPr lang="en-US"/>
          </a:p>
        </p:txBody>
      </p:sp>
    </p:spTree>
    <p:extLst>
      <p:ext uri="{BB962C8B-B14F-4D97-AF65-F5344CB8AC3E}">
        <p14:creationId xmlns:p14="http://schemas.microsoft.com/office/powerpoint/2010/main" val="1729911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CADE8CF-702D-4C63-A34C-CBE27128582B}" type="datetime1">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C2F447-7D67-4A01-A53B-A4696C349D6B}" type="datetime1">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996084-E8AA-4452-8F49-5E1C5B1D49EC}" type="datetime1">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EB5F9A-9777-42D2-ACBE-6FE23EDEC5B3}" type="datetime1">
              <a:rPr lang="en-US" smtClean="0"/>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1B64AA-3F52-4ACF-A00A-3F1C69D15C2F}" type="datetime1">
              <a:rPr lang="en-US" smtClean="0"/>
              <a:t>10/23/2024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426CCB-25EE-4900-AAD1-80F3AFB16ED6}" type="datetime1">
              <a:rPr lang="en-US" smtClean="0"/>
              <a:t>10/23/2024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611EB8-A954-4CBF-9746-5D9A310338FE}" type="datetime1">
              <a:rPr lang="en-US" smtClean="0"/>
              <a:t>10/23/2024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348B9D-5F4D-4490-B801-B54860D8F61C}" type="datetime1">
              <a:rPr lang="en-US" smtClean="0"/>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D88E0-56EB-4A42-8BC5-41E08C717E1B}" type="datetime1">
              <a:rPr lang="en-US" smtClean="0"/>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69786B-AF41-43BF-83B5-6688C1C77982}" type="datetime1">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B35ED-B4EA-4A1F-B704-CEEF3A797FBF}" type="datetime1">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EC97AB-1C4C-4B42-A49D-0D18E9615B03}" type="datetime1">
              <a:rPr lang="en-US" smtClean="0"/>
              <a:t>10/23/2024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ww.researchgate.net/publication/259509038_Innovative_power_management_attitude_determination_and_control_tile_for_CubeSat_standard_NanoSatellites" TargetMode="External"/><Relationship Id="rId4" Type="http://schemas.openxmlformats.org/officeDocument/2006/relationships/hyperlink" Target="https://www.researchgate.net/publication/357488533_Optimized_Design_and_Analysis_of_Printed_Magnetorquer_for_a_3-U_Nano-Satellit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dixiestate-my.sharepoint.com/:u:/g/personal/d00388134_utahtech_edu/EUuLGo0TYlJBmVJXtubhMhcBDvNtUgcthVfwtYMplEklGA?email=ben.sherman%40utahtech.edu&amp;e=JyxPG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dixiestate-my.sharepoint.com/:u:/r/personal/d00478860_utahtech_edu/Documents/Drawing.vsdx?d=w643d8fe9c08544bcbf8e28d426a5607a&amp;csf=1&amp;web=1&amp;e=g5gzkI"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www.dropbox.com/scl/fi/5zhnrk99taoojvrz56e43/Gantt-Chart-Controls.xlsx?rlkey=wolo322l11mj7b0qrr6ced9mf&amp;st=vdhkres6&amp;dl=0" TargetMode="External"/><Relationship Id="rId4" Type="http://schemas.openxmlformats.org/officeDocument/2006/relationships/hyperlink" Target="https://dixiestate-my.sharepoint.com/:x:/r/personal/d00388134_utahtech_edu/Documents/Gantt%20Chart.xlsx?d=wa52ee417de5d4193ba08068c28826656&amp;csf=1&amp;web=1&amp;e=uso40k"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ctrTitle"/>
          </p:nvPr>
        </p:nvSpPr>
        <p:spPr>
          <a:xfrm>
            <a:off x="1556348" y="957023"/>
            <a:ext cx="9560289" cy="2387600"/>
          </a:xfrm>
        </p:spPr>
        <p:txBody>
          <a:bodyPr>
            <a:normAutofit/>
          </a:bodyPr>
          <a:lstStyle/>
          <a:p>
            <a:r>
              <a:rPr lang="en-US">
                <a:solidFill>
                  <a:srgbClr val="002060"/>
                </a:solidFill>
              </a:rPr>
              <a:t>CubeSat -Control </a:t>
            </a:r>
            <a:br>
              <a:rPr lang="en-US" dirty="0"/>
            </a:br>
            <a:r>
              <a:rPr lang="en-US">
                <a:solidFill>
                  <a:srgbClr val="002060"/>
                </a:solidFill>
              </a:rPr>
              <a:t>Preliminary Design Review </a:t>
            </a:r>
            <a:endParaRPr lang="en-US">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type="subTitle" idx="1"/>
          </p:nvPr>
        </p:nvSpPr>
        <p:spPr>
          <a:xfrm>
            <a:off x="1556349" y="3436698"/>
            <a:ext cx="9144000" cy="1655762"/>
          </a:xfrm>
        </p:spPr>
        <p:txBody>
          <a:bodyPr vert="horz" lIns="91440" tIns="45720" rIns="91440" bIns="45720" rtlCol="0" anchor="t">
            <a:normAutofit/>
          </a:bodyPr>
          <a:lstStyle/>
          <a:p>
            <a:r>
              <a:rPr lang="en-US" dirty="0">
                <a:solidFill>
                  <a:srgbClr val="002060"/>
                </a:solidFill>
              </a:rPr>
              <a:t>November 1, 2024</a:t>
            </a:r>
          </a:p>
        </p:txBody>
      </p:sp>
    </p:spTree>
    <p:extLst>
      <p:ext uri="{BB962C8B-B14F-4D97-AF65-F5344CB8AC3E}">
        <p14:creationId xmlns:p14="http://schemas.microsoft.com/office/powerpoint/2010/main" val="114823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PDR Overview (1/2)</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lnSpcReduction="10000"/>
          </a:bodyPr>
          <a:lstStyle/>
          <a:p>
            <a:r>
              <a:rPr lang="en-US">
                <a:solidFill>
                  <a:srgbClr val="002060"/>
                </a:solidFill>
                <a:ea typeface="Calibri"/>
                <a:cs typeface="Calibri"/>
              </a:rPr>
              <a:t>Attitude Control Subsystem Description</a:t>
            </a:r>
          </a:p>
          <a:p>
            <a:r>
              <a:rPr lang="en-US">
                <a:solidFill>
                  <a:srgbClr val="002060"/>
                </a:solidFill>
                <a:cs typeface="Calibri"/>
              </a:rPr>
              <a:t>Orbit Timeline</a:t>
            </a:r>
          </a:p>
          <a:p>
            <a:r>
              <a:rPr lang="en-US">
                <a:solidFill>
                  <a:srgbClr val="002060"/>
                </a:solidFill>
                <a:cs typeface="Calibri"/>
              </a:rPr>
              <a:t>Design Criteria</a:t>
            </a:r>
          </a:p>
          <a:p>
            <a:r>
              <a:rPr lang="en-US">
                <a:solidFill>
                  <a:srgbClr val="002060"/>
                </a:solidFill>
                <a:cs typeface="Calibri"/>
              </a:rPr>
              <a:t>Actuators</a:t>
            </a:r>
          </a:p>
          <a:p>
            <a:pPr lvl="1"/>
            <a:r>
              <a:rPr lang="en-US">
                <a:solidFill>
                  <a:srgbClr val="002060"/>
                </a:solidFill>
                <a:cs typeface="Calibri"/>
              </a:rPr>
              <a:t>Reaction Wheels</a:t>
            </a:r>
          </a:p>
          <a:p>
            <a:pPr lvl="1"/>
            <a:r>
              <a:rPr lang="en-US">
                <a:solidFill>
                  <a:srgbClr val="002060"/>
                </a:solidFill>
                <a:cs typeface="Calibri"/>
              </a:rPr>
              <a:t>Magnetorquers</a:t>
            </a:r>
          </a:p>
          <a:p>
            <a:r>
              <a:rPr lang="en-US">
                <a:solidFill>
                  <a:srgbClr val="002060"/>
                </a:solidFill>
                <a:cs typeface="Calibri"/>
              </a:rPr>
              <a:t>Sensors</a:t>
            </a:r>
          </a:p>
          <a:p>
            <a:pPr lvl="1"/>
            <a:r>
              <a:rPr lang="en-US">
                <a:solidFill>
                  <a:srgbClr val="002060"/>
                </a:solidFill>
                <a:cs typeface="Calibri"/>
              </a:rPr>
              <a:t>Star Trackers</a:t>
            </a:r>
          </a:p>
          <a:p>
            <a:pPr lvl="1"/>
            <a:r>
              <a:rPr lang="en-US">
                <a:solidFill>
                  <a:srgbClr val="002060"/>
                </a:solidFill>
                <a:cs typeface="Calibri"/>
              </a:rPr>
              <a:t>Sun Sensors</a:t>
            </a:r>
          </a:p>
          <a:p>
            <a:pPr lvl="1"/>
            <a:r>
              <a:rPr lang="en-US">
                <a:solidFill>
                  <a:srgbClr val="002060"/>
                </a:solidFill>
                <a:cs typeface="Calibri"/>
              </a:rPr>
              <a:t>IMU</a:t>
            </a:r>
          </a:p>
          <a:p>
            <a:pPr lvl="1"/>
            <a:r>
              <a:rPr lang="en-US">
                <a:solidFill>
                  <a:srgbClr val="002060"/>
                </a:solidFill>
                <a:cs typeface="Calibri"/>
              </a:rPr>
              <a:t>Magnetometer</a:t>
            </a:r>
          </a:p>
          <a:p>
            <a:pPr indent="-457200"/>
            <a:endParaRPr lang="en-US">
              <a:solidFill>
                <a:srgbClr val="002060"/>
              </a:solidFill>
              <a:cs typeface="Calibri"/>
            </a:endParaRPr>
          </a:p>
          <a:p>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3713309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PDR Overview (2/2)</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fontScale="85000" lnSpcReduction="20000"/>
          </a:bodyPr>
          <a:lstStyle/>
          <a:p>
            <a:r>
              <a:rPr lang="en-US">
                <a:solidFill>
                  <a:srgbClr val="002060"/>
                </a:solidFill>
                <a:cs typeface="Calibri"/>
              </a:rPr>
              <a:t>Control System</a:t>
            </a:r>
          </a:p>
          <a:p>
            <a:r>
              <a:rPr lang="en-US">
                <a:solidFill>
                  <a:srgbClr val="002060"/>
                </a:solidFill>
                <a:cs typeface="Calibri"/>
              </a:rPr>
              <a:t>Control Diagram</a:t>
            </a:r>
          </a:p>
          <a:p>
            <a:r>
              <a:rPr lang="en-US">
                <a:solidFill>
                  <a:srgbClr val="002060"/>
                </a:solidFill>
                <a:cs typeface="Calibri"/>
              </a:rPr>
              <a:t>Board Layout</a:t>
            </a:r>
          </a:p>
          <a:p>
            <a:r>
              <a:rPr lang="en-US">
                <a:solidFill>
                  <a:srgbClr val="002060"/>
                </a:solidFill>
                <a:cs typeface="Calibri"/>
              </a:rPr>
              <a:t>Control Weight</a:t>
            </a:r>
          </a:p>
          <a:p>
            <a:r>
              <a:rPr lang="en-US">
                <a:solidFill>
                  <a:srgbClr val="002060"/>
                </a:solidFill>
                <a:cs typeface="Calibri"/>
              </a:rPr>
              <a:t>Power Consumption</a:t>
            </a:r>
          </a:p>
          <a:p>
            <a:r>
              <a:rPr lang="en-US">
                <a:solidFill>
                  <a:srgbClr val="002060"/>
                </a:solidFill>
                <a:cs typeface="Calibri"/>
              </a:rPr>
              <a:t>Risk Mitigation</a:t>
            </a:r>
          </a:p>
          <a:p>
            <a:r>
              <a:rPr lang="en-US">
                <a:solidFill>
                  <a:srgbClr val="002060"/>
                </a:solidFill>
                <a:cs typeface="Calibri"/>
              </a:rPr>
              <a:t>Reference Frames</a:t>
            </a:r>
          </a:p>
          <a:p>
            <a:pPr lvl="1"/>
            <a:r>
              <a:rPr lang="en-US">
                <a:solidFill>
                  <a:srgbClr val="002060"/>
                </a:solidFill>
                <a:cs typeface="Calibri"/>
              </a:rPr>
              <a:t>ICRF Coordinates</a:t>
            </a:r>
          </a:p>
          <a:p>
            <a:r>
              <a:rPr lang="en-US">
                <a:solidFill>
                  <a:srgbClr val="002060"/>
                </a:solidFill>
                <a:cs typeface="Calibri"/>
              </a:rPr>
              <a:t>Preliminary Subsystem Analysis</a:t>
            </a:r>
          </a:p>
          <a:p>
            <a:r>
              <a:rPr lang="en-US">
                <a:solidFill>
                  <a:srgbClr val="002060"/>
                </a:solidFill>
                <a:cs typeface="Calibri"/>
              </a:rPr>
              <a:t>Gantt Chart</a:t>
            </a:r>
          </a:p>
          <a:p>
            <a:r>
              <a:rPr lang="en-US">
                <a:solidFill>
                  <a:srgbClr val="002060"/>
                </a:solidFill>
                <a:cs typeface="Calibri"/>
              </a:rPr>
              <a:t>Budget/Cost Estimate</a:t>
            </a:r>
          </a:p>
          <a:p>
            <a:r>
              <a:rPr lang="en-US">
                <a:solidFill>
                  <a:srgbClr val="002060"/>
                </a:solidFill>
                <a:cs typeface="Calibri"/>
              </a:rPr>
              <a:t>Software</a:t>
            </a:r>
          </a:p>
          <a:p>
            <a:pPr indent="-457200"/>
            <a:endParaRPr lang="en-US">
              <a:solidFill>
                <a:srgbClr val="002060"/>
              </a:solidFill>
              <a:cs typeface="Calibri"/>
            </a:endParaRPr>
          </a:p>
          <a:p>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248080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Attitude Control System (ACS) Description</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r>
              <a:rPr lang="en-US">
                <a:solidFill>
                  <a:srgbClr val="002060"/>
                </a:solidFill>
                <a:ea typeface="+mn-lt"/>
                <a:cs typeface="+mn-lt"/>
              </a:rPr>
              <a:t>Our CubeSat's ACS is designed to stabilize and precisely orient the satellite in space. After launch, magnetorquers are used to stop any tumbling by interacting with Earth's magnetic field. Once stabilized, reaction wheels provide fine control to point the CubeSat at specific targets, such as Utah, for photography. The primary attitude sensing is handled by the star tracker, with sun sensors as a backup. Additional data from the IMU and magnetometer ensure real-time attitude determination and accurate control throughout the mission.</a:t>
            </a:r>
            <a:endParaRPr lang="en-US">
              <a:solidFill>
                <a:srgbClr val="002060"/>
              </a:solidFill>
              <a:ea typeface="Calibri"/>
              <a:cs typeface="Calibri"/>
            </a:endParaRPr>
          </a:p>
          <a:p>
            <a:endParaRPr lang="en-US">
              <a:solidFill>
                <a:srgbClr val="002060"/>
              </a:solidFill>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4077004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dirty="0">
                <a:solidFill>
                  <a:srgbClr val="002060"/>
                </a:solidFill>
                <a:latin typeface="Calibri"/>
                <a:cs typeface="Calibri"/>
              </a:rPr>
              <a:t>Ejection Timeline</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marL="514350" indent="-514350">
              <a:buAutoNum type="arabicPeriod"/>
            </a:pPr>
            <a:endParaRPr lang="en-US" dirty="0">
              <a:solidFill>
                <a:srgbClr val="002060"/>
              </a:solidFill>
              <a:ea typeface="Calibri"/>
              <a:cs typeface="Calibri"/>
            </a:endParaRPr>
          </a:p>
          <a:p>
            <a:pPr marL="514350" indent="-514350">
              <a:buAutoNum type="arabicPeriod"/>
            </a:pPr>
            <a:r>
              <a:rPr lang="en-US" dirty="0">
                <a:solidFill>
                  <a:srgbClr val="002060"/>
                </a:solidFill>
                <a:ea typeface="Calibri"/>
                <a:cs typeface="Calibri"/>
              </a:rPr>
              <a:t>Use magnetometer and magnetorquer to align CubeSat with Earth's </a:t>
            </a:r>
            <a:r>
              <a:rPr lang="en-US">
                <a:solidFill>
                  <a:srgbClr val="002060"/>
                </a:solidFill>
                <a:ea typeface="Calibri"/>
                <a:cs typeface="Calibri"/>
              </a:rPr>
              <a:t>magnetic field</a:t>
            </a:r>
          </a:p>
          <a:p>
            <a:pPr marL="514350" indent="-514350">
              <a:buAutoNum type="arabicPeriod"/>
            </a:pPr>
            <a:r>
              <a:rPr lang="en-US">
                <a:solidFill>
                  <a:srgbClr val="002060"/>
                </a:solidFill>
                <a:ea typeface="Calibri"/>
                <a:cs typeface="Calibri"/>
              </a:rPr>
              <a:t>Run start up code to help</a:t>
            </a:r>
            <a:endParaRPr lang="en-US" dirty="0">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3951028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Orbit Timeline</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lnSpcReduction="10000"/>
          </a:bodyPr>
          <a:lstStyle/>
          <a:p>
            <a:pPr marL="514350" indent="-514350">
              <a:buAutoNum type="arabicPeriod"/>
            </a:pPr>
            <a:r>
              <a:rPr lang="en-US" dirty="0">
                <a:solidFill>
                  <a:srgbClr val="002060"/>
                </a:solidFill>
                <a:ea typeface="Calibri"/>
                <a:cs typeface="Calibri"/>
              </a:rPr>
              <a:t>Before the CubeSat is either 48.8 deg (for 400km altitude) or 9.49 deg (for 600km altitude) from Utah the reaction wheels will rotate the CubeSat from its parked orientation to making the payload end pointing at where we want to take the photo.</a:t>
            </a:r>
            <a:endParaRPr lang="en-US" dirty="0">
              <a:solidFill>
                <a:srgbClr val="000000"/>
              </a:solidFill>
              <a:ea typeface="Calibri"/>
              <a:cs typeface="Calibri"/>
            </a:endParaRPr>
          </a:p>
          <a:p>
            <a:pPr marL="514350" indent="-514350">
              <a:buAutoNum type="arabicPeriod"/>
            </a:pPr>
            <a:r>
              <a:rPr lang="en-US" dirty="0">
                <a:solidFill>
                  <a:srgbClr val="002060"/>
                </a:solidFill>
                <a:ea typeface="Calibri"/>
                <a:cs typeface="Calibri"/>
              </a:rPr>
              <a:t>CubeSat will track the position for 12ms while the photo is being taken by rotating 0.018 rad/sec^2 </a:t>
            </a:r>
          </a:p>
          <a:p>
            <a:pPr marL="514350" indent="-514350">
              <a:buAutoNum type="arabicPeriod"/>
            </a:pPr>
            <a:r>
              <a:rPr lang="en-US" dirty="0">
                <a:solidFill>
                  <a:srgbClr val="002060"/>
                </a:solidFill>
                <a:ea typeface="Calibri"/>
                <a:cs typeface="Calibri"/>
              </a:rPr>
              <a:t>Point at next location</a:t>
            </a:r>
          </a:p>
          <a:p>
            <a:pPr marL="514350" indent="-514350">
              <a:buAutoNum type="arabicPeriod"/>
            </a:pPr>
            <a:r>
              <a:rPr lang="en-US" dirty="0">
                <a:solidFill>
                  <a:srgbClr val="002060"/>
                </a:solidFill>
                <a:ea typeface="Calibri"/>
                <a:cs typeface="Calibri"/>
              </a:rPr>
              <a:t>Repeat steps 2 and 3 till Utah is too far away (depending on altitude) about 5 min.</a:t>
            </a:r>
          </a:p>
          <a:p>
            <a:pPr marL="514350" indent="-514350">
              <a:buAutoNum type="arabicPeriod"/>
            </a:pPr>
            <a:r>
              <a:rPr lang="en-US" dirty="0">
                <a:solidFill>
                  <a:srgbClr val="002060"/>
                </a:solidFill>
                <a:ea typeface="Calibri"/>
                <a:cs typeface="Calibri"/>
              </a:rPr>
              <a:t>Use reaction wheels to move CubeSat back into its parking </a:t>
            </a:r>
            <a:r>
              <a:rPr lang="en-US">
                <a:solidFill>
                  <a:srgbClr val="002060"/>
                </a:solidFill>
                <a:ea typeface="Calibri" panose="020F0502020204030204"/>
                <a:cs typeface="Calibri" panose="020F0502020204030204"/>
              </a:rPr>
              <a:t>orientation</a:t>
            </a:r>
            <a:r>
              <a:rPr lang="en-US" dirty="0">
                <a:solidFill>
                  <a:srgbClr val="002060"/>
                </a:solidFill>
                <a:ea typeface="Calibri" panose="020F0502020204030204"/>
                <a:cs typeface="Calibri" panose="020F0502020204030204"/>
              </a:rPr>
              <a:t>.</a:t>
            </a:r>
          </a:p>
          <a:p>
            <a:endParaRPr lang="en-US">
              <a:solidFill>
                <a:srgbClr val="002060"/>
              </a:solidFill>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160708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pPr>
              <a:spcBef>
                <a:spcPts val="1000"/>
              </a:spcBef>
            </a:pPr>
            <a:r>
              <a:rPr lang="en-US" sz="3600">
                <a:solidFill>
                  <a:srgbClr val="002060"/>
                </a:solidFill>
                <a:latin typeface="Calibri"/>
                <a:ea typeface="Calibri"/>
                <a:cs typeface="Calibri"/>
              </a:rPr>
              <a:t>Design Criteria</a:t>
            </a:r>
            <a:endParaRPr lang="en-US" sz="3600">
              <a:solidFill>
                <a:srgbClr val="000000"/>
              </a:solidFill>
              <a:latin typeface="Calibri"/>
              <a:ea typeface="Calibri"/>
              <a:cs typeface="Calibri"/>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1"/>
            <a:r>
              <a:rPr lang="en-US">
                <a:solidFill>
                  <a:srgbClr val="002060"/>
                </a:solidFill>
              </a:rPr>
              <a:t>Loads: </a:t>
            </a:r>
            <a:endParaRPr lang="en-US">
              <a:solidFill>
                <a:srgbClr val="000000"/>
              </a:solidFill>
            </a:endParaRPr>
          </a:p>
          <a:p>
            <a:pPr lvl="2"/>
            <a:r>
              <a:rPr lang="en-US">
                <a:solidFill>
                  <a:srgbClr val="002060"/>
                </a:solidFill>
              </a:rPr>
              <a:t>Must withstand random vibration of 10 </a:t>
            </a:r>
            <a:r>
              <a:rPr lang="en-US" err="1">
                <a:solidFill>
                  <a:srgbClr val="002060"/>
                </a:solidFill>
              </a:rPr>
              <a:t>Grms</a:t>
            </a:r>
            <a:r>
              <a:rPr lang="en-US">
                <a:solidFill>
                  <a:srgbClr val="002060"/>
                </a:solidFill>
              </a:rPr>
              <a:t> 1 min per axis</a:t>
            </a:r>
            <a:endParaRPr lang="en-US" err="1">
              <a:solidFill>
                <a:srgbClr val="000000"/>
              </a:solidFill>
            </a:endParaRPr>
          </a:p>
          <a:p>
            <a:pPr lvl="2"/>
            <a:r>
              <a:rPr lang="en-US">
                <a:solidFill>
                  <a:srgbClr val="002060"/>
                </a:solidFill>
              </a:rPr>
              <a:t>Must withstand bakeout of 100C for 24 hours</a:t>
            </a:r>
            <a:endParaRPr lang="en-US">
              <a:solidFill>
                <a:srgbClr val="000000"/>
              </a:solidFill>
            </a:endParaRPr>
          </a:p>
          <a:p>
            <a:pPr lvl="2"/>
            <a:r>
              <a:rPr lang="en-US">
                <a:solidFill>
                  <a:srgbClr val="002060"/>
                </a:solidFill>
                <a:ea typeface="Calibri"/>
                <a:cs typeface="Calibri"/>
              </a:rPr>
              <a:t>Estimated temperature cycling –25C to 25C</a:t>
            </a:r>
            <a:endParaRPr lang="en-US">
              <a:solidFill>
                <a:srgbClr val="002060"/>
              </a:solidFill>
            </a:endParaRPr>
          </a:p>
          <a:p>
            <a:pPr lvl="1"/>
            <a:r>
              <a:rPr lang="en-US">
                <a:solidFill>
                  <a:srgbClr val="002060"/>
                </a:solidFill>
              </a:rPr>
              <a:t>Material allowables</a:t>
            </a:r>
            <a:endParaRPr lang="en-US"/>
          </a:p>
          <a:p>
            <a:pPr lvl="2"/>
            <a:r>
              <a:rPr lang="en-US">
                <a:solidFill>
                  <a:srgbClr val="002060"/>
                </a:solidFill>
                <a:ea typeface="Calibri"/>
                <a:cs typeface="Calibri"/>
              </a:rPr>
              <a:t>Aluminum 6061</a:t>
            </a:r>
          </a:p>
          <a:p>
            <a:pPr lvl="1"/>
            <a:r>
              <a:rPr lang="en-US">
                <a:solidFill>
                  <a:srgbClr val="002060"/>
                </a:solidFill>
              </a:rPr>
              <a:t>Electronic component temperature allowable: Derated from 125C</a:t>
            </a:r>
            <a:endParaRPr lang="en-US">
              <a:solidFill>
                <a:srgbClr val="002060"/>
              </a:solidFill>
              <a:ea typeface="Calibri"/>
              <a:cs typeface="Calibri"/>
            </a:endParaRPr>
          </a:p>
          <a:p>
            <a:pPr lvl="1"/>
            <a:r>
              <a:rPr lang="en-US">
                <a:solidFill>
                  <a:srgbClr val="002060"/>
                </a:solidFill>
                <a:ea typeface="Calibri"/>
                <a:cs typeface="Calibri"/>
              </a:rPr>
              <a:t>Power, current, and voltage for all electric components will be also be derated.</a:t>
            </a:r>
          </a:p>
          <a:p>
            <a:pPr lvl="2"/>
            <a:r>
              <a:rPr lang="en-US">
                <a:solidFill>
                  <a:srgbClr val="002060"/>
                </a:solidFill>
                <a:ea typeface="Calibri"/>
                <a:cs typeface="Calibri"/>
              </a:rPr>
              <a:t>Power: 50-70%</a:t>
            </a:r>
          </a:p>
          <a:p>
            <a:pPr lvl="2"/>
            <a:r>
              <a:rPr lang="en-US">
                <a:solidFill>
                  <a:srgbClr val="002060"/>
                </a:solidFill>
                <a:ea typeface="Calibri"/>
                <a:cs typeface="Calibri"/>
              </a:rPr>
              <a:t>Current: 50-75%</a:t>
            </a:r>
          </a:p>
          <a:p>
            <a:pPr lvl="2"/>
            <a:r>
              <a:rPr lang="en-US">
                <a:solidFill>
                  <a:srgbClr val="002060"/>
                </a:solidFill>
                <a:cs typeface="Calibri"/>
              </a:rPr>
              <a:t>Voltage: 50-80%</a:t>
            </a:r>
          </a:p>
          <a:p>
            <a:pPr marL="457200" lvl="1" indent="0">
              <a:buNone/>
            </a:pPr>
            <a:endParaRPr lang="en-US">
              <a:solidFill>
                <a:srgbClr val="002060"/>
              </a:solidFill>
              <a:cs typeface="Calibri"/>
            </a:endParaRPr>
          </a:p>
          <a:p>
            <a:pPr lvl="1"/>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207899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ctrTitle"/>
          </p:nvPr>
        </p:nvSpPr>
        <p:spPr>
          <a:xfrm>
            <a:off x="1525457" y="957023"/>
            <a:ext cx="9591180" cy="1666789"/>
          </a:xfrm>
        </p:spPr>
        <p:txBody>
          <a:bodyPr>
            <a:normAutofit/>
          </a:bodyPr>
          <a:lstStyle/>
          <a:p>
            <a:r>
              <a:rPr lang="en-US">
                <a:solidFill>
                  <a:srgbClr val="002060"/>
                </a:solidFill>
              </a:rPr>
              <a:t>Actuators </a:t>
            </a:r>
            <a:endParaRPr lang="en-US">
              <a:solidFill>
                <a:srgbClr val="002060"/>
              </a:solidFill>
              <a:ea typeface="Calibri Light"/>
              <a:cs typeface="Calibri Light"/>
            </a:endParaRPr>
          </a:p>
        </p:txBody>
      </p:sp>
      <p:sp>
        <p:nvSpPr>
          <p:cNvPr id="5" name="Subtitle 4">
            <a:extLst>
              <a:ext uri="{FF2B5EF4-FFF2-40B4-BE49-F238E27FC236}">
                <a16:creationId xmlns:a16="http://schemas.microsoft.com/office/drawing/2014/main" id="{D5FE6E84-7598-2A09-4414-17DC767C18D0}"/>
              </a:ext>
            </a:extLst>
          </p:cNvPr>
          <p:cNvSpPr>
            <a:spLocks noGrp="1"/>
          </p:cNvSpPr>
          <p:nvPr>
            <p:ph type="subTitle" idx="1"/>
          </p:nvPr>
        </p:nvSpPr>
        <p:spPr>
          <a:xfrm>
            <a:off x="1524000" y="3426984"/>
            <a:ext cx="9144000" cy="1655762"/>
          </a:xfrm>
        </p:spPr>
        <p:txBody>
          <a:bodyPr vert="horz" lIns="91440" tIns="45720" rIns="91440" bIns="45720" rtlCol="0" anchor="t">
            <a:normAutofit/>
          </a:bodyPr>
          <a:lstStyle/>
          <a:p>
            <a:r>
              <a:rPr lang="en-US">
                <a:ea typeface="Calibri"/>
                <a:cs typeface="Calibri"/>
              </a:rPr>
              <a:t>Reaction Wheels</a:t>
            </a:r>
          </a:p>
          <a:p>
            <a:r>
              <a:rPr lang="en-US">
                <a:ea typeface="Calibri"/>
                <a:cs typeface="Calibri"/>
              </a:rPr>
              <a:t>Magnetorquer</a:t>
            </a:r>
          </a:p>
        </p:txBody>
      </p:sp>
      <p:sp>
        <p:nvSpPr>
          <p:cNvPr id="7" name="Slide Number Placeholder 3">
            <a:extLst>
              <a:ext uri="{FF2B5EF4-FFF2-40B4-BE49-F238E27FC236}">
                <a16:creationId xmlns:a16="http://schemas.microsoft.com/office/drawing/2014/main" id="{40706A19-F129-EC63-121A-850A532D9F37}"/>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3637098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Reaction Wheel</a:t>
            </a:r>
            <a:endParaRPr lang="en-US" sz="3600"/>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9</a:t>
            </a:fld>
            <a:endParaRPr lang="en-US"/>
          </a:p>
        </p:txBody>
      </p:sp>
      <p:pic>
        <p:nvPicPr>
          <p:cNvPr id="7" name="Picture 6" descr="A blue and grey metal frame with blue objects on it&#10;&#10;Description automatically generated">
            <a:extLst>
              <a:ext uri="{FF2B5EF4-FFF2-40B4-BE49-F238E27FC236}">
                <a16:creationId xmlns:a16="http://schemas.microsoft.com/office/drawing/2014/main" id="{12653AE3-EE7F-593B-AEDF-AB83F3443A8A}"/>
              </a:ext>
            </a:extLst>
          </p:cNvPr>
          <p:cNvPicPr>
            <a:picLocks noChangeAspect="1"/>
          </p:cNvPicPr>
          <p:nvPr/>
        </p:nvPicPr>
        <p:blipFill>
          <a:blip r:embed="rId4"/>
          <a:srcRect l="18262" t="459" r="17373" b="4913"/>
          <a:stretch/>
        </p:blipFill>
        <p:spPr>
          <a:xfrm>
            <a:off x="10295731" y="87340"/>
            <a:ext cx="1892216" cy="3929781"/>
          </a:xfrm>
          <a:prstGeom prst="rect">
            <a:avLst/>
          </a:prstGeom>
        </p:spPr>
      </p:pic>
      <p:sp>
        <p:nvSpPr>
          <p:cNvPr id="9" name="Content Placeholder 8">
            <a:extLst>
              <a:ext uri="{FF2B5EF4-FFF2-40B4-BE49-F238E27FC236}">
                <a16:creationId xmlns:a16="http://schemas.microsoft.com/office/drawing/2014/main" id="{2F524B79-F74E-465C-52AF-91806B6F47DE}"/>
              </a:ext>
            </a:extLst>
          </p:cNvPr>
          <p:cNvSpPr>
            <a:spLocks noGrp="1"/>
          </p:cNvSpPr>
          <p:nvPr>
            <p:ph idx="1"/>
          </p:nvPr>
        </p:nvSpPr>
        <p:spPr>
          <a:xfrm>
            <a:off x="580768" y="1702058"/>
            <a:ext cx="10062520" cy="4361635"/>
          </a:xfrm>
        </p:spPr>
        <p:txBody>
          <a:bodyPr vert="horz" lIns="91440" tIns="45720" rIns="91440" bIns="45720" rtlCol="0" anchor="t">
            <a:normAutofit/>
          </a:bodyPr>
          <a:lstStyle/>
          <a:p>
            <a:r>
              <a:rPr lang="en-US" sz="2400">
                <a:solidFill>
                  <a:srgbClr val="002060"/>
                </a:solidFill>
                <a:ea typeface="Calibri"/>
                <a:cs typeface="Calibri"/>
              </a:rPr>
              <a:t>For precise control of the CubeSat’s orientation.</a:t>
            </a:r>
          </a:p>
          <a:p>
            <a:r>
              <a:rPr lang="en-US" sz="2400">
                <a:solidFill>
                  <a:srgbClr val="002060"/>
                </a:solidFill>
                <a:ea typeface="+mn-lt"/>
                <a:cs typeface="+mn-lt"/>
              </a:rPr>
              <a:t> Accelerating the motor in one direction accelerates the CubeSat in the opposite direction.</a:t>
            </a:r>
          </a:p>
          <a:p>
            <a:r>
              <a:rPr lang="en-US" sz="2400">
                <a:solidFill>
                  <a:srgbClr val="002060"/>
                </a:solidFill>
                <a:ea typeface="Calibri"/>
                <a:cs typeface="Calibri"/>
              </a:rPr>
              <a:t>Will allow us to point our CubeSat with accuracy of ... </a:t>
            </a:r>
            <a:endParaRPr lang="en-US" sz="2400">
              <a:solidFill>
                <a:srgbClr val="000000"/>
              </a:solidFill>
              <a:ea typeface="Calibri"/>
              <a:cs typeface="Calibri"/>
            </a:endParaRPr>
          </a:p>
          <a:p>
            <a:r>
              <a:rPr lang="en-US" sz="2400">
                <a:solidFill>
                  <a:srgbClr val="002060"/>
                </a:solidFill>
                <a:ea typeface="Calibri"/>
                <a:cs typeface="Calibri"/>
              </a:rPr>
              <a:t>Need to have accuracy of...</a:t>
            </a:r>
          </a:p>
          <a:p>
            <a:r>
              <a:rPr lang="en-US" sz="2400">
                <a:solidFill>
                  <a:srgbClr val="002060"/>
                </a:solidFill>
                <a:ea typeface="Calibri"/>
                <a:cs typeface="Calibri"/>
              </a:rPr>
              <a:t>Redundancy: In this configuration only 3 motors are required so if one goes out it will function the same.</a:t>
            </a:r>
            <a:endParaRPr lang="en-US" sz="2400">
              <a:solidFill>
                <a:srgbClr val="000000"/>
              </a:solidFill>
              <a:ea typeface="Calibri"/>
              <a:cs typeface="Calibri"/>
            </a:endParaRPr>
          </a:p>
          <a:p>
            <a:endParaRPr lang="en-US" sz="2400">
              <a:solidFill>
                <a:srgbClr val="002060"/>
              </a:solidFill>
              <a:ea typeface="Calibri"/>
              <a:cs typeface="Calibri"/>
            </a:endParaRPr>
          </a:p>
        </p:txBody>
      </p:sp>
    </p:spTree>
    <p:extLst>
      <p:ext uri="{BB962C8B-B14F-4D97-AF65-F5344CB8AC3E}">
        <p14:creationId xmlns:p14="http://schemas.microsoft.com/office/powerpoint/2010/main" val="2363649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pic>
        <p:nvPicPr>
          <p:cNvPr id="7" name="Picture 6" descr="32-WFQFN Exposed Pad">
            <a:extLst>
              <a:ext uri="{FF2B5EF4-FFF2-40B4-BE49-F238E27FC236}">
                <a16:creationId xmlns:a16="http://schemas.microsoft.com/office/drawing/2014/main" id="{80EC7235-D97E-101B-8FA0-BB6F3C2724D7}"/>
              </a:ext>
            </a:extLst>
          </p:cNvPr>
          <p:cNvPicPr>
            <a:picLocks noChangeAspect="1"/>
          </p:cNvPicPr>
          <p:nvPr/>
        </p:nvPicPr>
        <p:blipFill>
          <a:blip r:embed="rId4"/>
          <a:stretch>
            <a:fillRect/>
          </a:stretch>
        </p:blipFill>
        <p:spPr>
          <a:xfrm>
            <a:off x="8638660" y="1458097"/>
            <a:ext cx="2200275" cy="2238375"/>
          </a:xfrm>
          <a:prstGeom prst="rect">
            <a:avLst/>
          </a:prstGeom>
        </p:spPr>
      </p:pic>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 Reaction Wheel</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711324"/>
            <a:ext cx="10515600" cy="4499903"/>
          </a:xfrm>
        </p:spPr>
        <p:txBody>
          <a:bodyPr vert="horz" lIns="91440" tIns="45720" rIns="91440" bIns="45720" rtlCol="0" anchor="t">
            <a:normAutofit/>
          </a:bodyPr>
          <a:lstStyle/>
          <a:p>
            <a:pPr lvl="1"/>
            <a:r>
              <a:rPr lang="en-US" dirty="0">
                <a:solidFill>
                  <a:srgbClr val="002060"/>
                </a:solidFill>
              </a:rPr>
              <a:t>4- </a:t>
            </a:r>
            <a:r>
              <a:rPr lang="en-US" dirty="0">
                <a:solidFill>
                  <a:srgbClr val="002060"/>
                </a:solidFill>
                <a:latin typeface="Calibri"/>
                <a:ea typeface="Roboto"/>
                <a:cs typeface="Roboto"/>
              </a:rPr>
              <a:t>GBM4008H-150T Gimbal Motors </a:t>
            </a:r>
            <a:r>
              <a:rPr lang="en-US" dirty="0">
                <a:solidFill>
                  <a:srgbClr val="002060"/>
                </a:solidFill>
                <a:latin typeface="Calibri"/>
                <a:ea typeface="Roboto"/>
                <a:cs typeface="Calibri"/>
              </a:rPr>
              <a:t>112 g each</a:t>
            </a:r>
            <a:endParaRPr lang="en-US" dirty="0">
              <a:solidFill>
                <a:srgbClr val="002060"/>
              </a:solidFill>
              <a:latin typeface="Calibri"/>
              <a:ea typeface="Calibri"/>
              <a:cs typeface="Calibri"/>
            </a:endParaRPr>
          </a:p>
          <a:p>
            <a:pPr lvl="2"/>
            <a:r>
              <a:rPr lang="en-US" dirty="0">
                <a:solidFill>
                  <a:srgbClr val="002060"/>
                </a:solidFill>
                <a:latin typeface="Calibri"/>
                <a:ea typeface="Roboto"/>
                <a:cs typeface="Calibri"/>
              </a:rPr>
              <a:t>Max Torque 1.9 </a:t>
            </a:r>
            <a:r>
              <a:rPr lang="en-US" err="1">
                <a:solidFill>
                  <a:srgbClr val="002060"/>
                </a:solidFill>
                <a:latin typeface="Calibri"/>
                <a:ea typeface="Roboto"/>
                <a:cs typeface="Calibri"/>
              </a:rPr>
              <a:t>kgf</a:t>
            </a:r>
            <a:r>
              <a:rPr lang="en-US" dirty="0">
                <a:solidFill>
                  <a:srgbClr val="002060"/>
                </a:solidFill>
                <a:latin typeface="Calibri"/>
                <a:ea typeface="Roboto"/>
                <a:cs typeface="Calibri"/>
              </a:rPr>
              <a:t>-cm</a:t>
            </a:r>
            <a:endParaRPr lang="en-US">
              <a:solidFill>
                <a:srgbClr val="002060"/>
              </a:solidFill>
              <a:latin typeface="Calibri"/>
              <a:ea typeface="Roboto"/>
              <a:cs typeface="Calibri"/>
            </a:endParaRPr>
          </a:p>
          <a:p>
            <a:pPr lvl="2"/>
            <a:r>
              <a:rPr lang="en-US">
                <a:solidFill>
                  <a:srgbClr val="002060"/>
                </a:solidFill>
                <a:latin typeface="Calibri"/>
                <a:ea typeface="Roboto"/>
                <a:cs typeface="Calibri"/>
              </a:rPr>
              <a:t>Voltage: 12V</a:t>
            </a:r>
          </a:p>
          <a:p>
            <a:pPr lvl="1"/>
            <a:r>
              <a:rPr lang="en-US" dirty="0">
                <a:solidFill>
                  <a:srgbClr val="002060"/>
                </a:solidFill>
                <a:ea typeface="Roboto"/>
                <a:cs typeface="Calibri"/>
              </a:rPr>
              <a:t>12- Hall Effect Sensors</a:t>
            </a:r>
          </a:p>
          <a:p>
            <a:pPr lvl="2"/>
            <a:r>
              <a:rPr lang="en-US" dirty="0">
                <a:solidFill>
                  <a:srgbClr val="002060"/>
                </a:solidFill>
                <a:latin typeface="Calibri"/>
                <a:ea typeface="Roboto"/>
                <a:cs typeface="Arial"/>
              </a:rPr>
              <a:t>10.909 degrees between each sensor</a:t>
            </a:r>
            <a:endParaRPr lang="en-US" dirty="0">
              <a:solidFill>
                <a:srgbClr val="002060"/>
              </a:solidFill>
              <a:latin typeface="Calibri"/>
              <a:ea typeface="Roboto"/>
              <a:cs typeface="Calibri"/>
            </a:endParaRPr>
          </a:p>
          <a:p>
            <a:pPr lvl="1"/>
            <a:r>
              <a:rPr lang="en-US" dirty="0">
                <a:solidFill>
                  <a:srgbClr val="002060"/>
                </a:solidFill>
                <a:latin typeface="Calibri"/>
                <a:ea typeface="Calibri"/>
                <a:cs typeface="Calibri"/>
              </a:rPr>
              <a:t>4- </a:t>
            </a:r>
            <a:r>
              <a:rPr lang="en-US" dirty="0">
                <a:solidFill>
                  <a:srgbClr val="002060"/>
                </a:solidFill>
                <a:ea typeface="+mn-lt"/>
                <a:cs typeface="+mn-lt"/>
              </a:rPr>
              <a:t>MCT8315Z0HRRYR Motor Drivers </a:t>
            </a:r>
            <a:endParaRPr lang="en-US">
              <a:solidFill>
                <a:srgbClr val="002060"/>
              </a:solidFill>
              <a:latin typeface="Calibri"/>
              <a:ea typeface="+mn-lt"/>
              <a:cs typeface="Calibri"/>
            </a:endParaRPr>
          </a:p>
          <a:p>
            <a:pPr lvl="2"/>
            <a:r>
              <a:rPr lang="en-US" dirty="0">
                <a:solidFill>
                  <a:srgbClr val="002060"/>
                </a:solidFill>
                <a:latin typeface="Calibri"/>
                <a:ea typeface="Calibri"/>
                <a:cs typeface="Calibri"/>
              </a:rPr>
              <a:t>Operating Temp: -40C to 125C</a:t>
            </a:r>
          </a:p>
          <a:p>
            <a:pPr lvl="1"/>
            <a:r>
              <a:rPr lang="en-US" dirty="0">
                <a:solidFill>
                  <a:srgbClr val="002060"/>
                </a:solidFill>
                <a:latin typeface="Calibri"/>
                <a:ea typeface="Calibri"/>
                <a:cs typeface="Calibri"/>
              </a:rPr>
              <a:t>1- 6061 Aluminum Frame (Machined in house) 152 g</a:t>
            </a:r>
            <a:endParaRPr lang="en-US">
              <a:solidFill>
                <a:srgbClr val="002060"/>
              </a:solidFill>
              <a:ea typeface="Calibri"/>
              <a:cs typeface="Calibri"/>
            </a:endParaRPr>
          </a:p>
          <a:p>
            <a:pPr lvl="2"/>
            <a:r>
              <a:rPr lang="en-US" dirty="0">
                <a:solidFill>
                  <a:srgbClr val="002060"/>
                </a:solidFill>
                <a:latin typeface="Calibri"/>
                <a:ea typeface="Calibri"/>
                <a:cs typeface="Calibri"/>
              </a:rPr>
              <a:t>Operating Temp: -180C to 260C </a:t>
            </a:r>
          </a:p>
          <a:p>
            <a:pPr lvl="1"/>
            <a:r>
              <a:rPr lang="en-US" dirty="0">
                <a:solidFill>
                  <a:srgbClr val="002060"/>
                </a:solidFill>
                <a:latin typeface="Calibri"/>
                <a:ea typeface="Calibri"/>
                <a:cs typeface="Calibri"/>
              </a:rPr>
              <a:t>Key</a:t>
            </a:r>
            <a:r>
              <a:rPr lang="en-US" dirty="0">
                <a:solidFill>
                  <a:srgbClr val="002060"/>
                </a:solidFill>
              </a:rPr>
              <a:t> interfaces: Control Board, Power</a:t>
            </a:r>
            <a:endParaRPr lang="en-US" dirty="0">
              <a:solidFill>
                <a:srgbClr val="002060"/>
              </a:solidFill>
              <a:ea typeface="Calibri" panose="020F0502020204030204"/>
              <a:cs typeface="Calibri" panose="020F0502020204030204"/>
            </a:endParaRPr>
          </a:p>
          <a:p>
            <a:pPr lvl="1"/>
            <a:r>
              <a:rPr lang="en-US" dirty="0">
                <a:solidFill>
                  <a:srgbClr val="002060"/>
                </a:solidFill>
              </a:rPr>
              <a:t>Design margins: Max torque required 33mNm</a:t>
            </a:r>
            <a:endParaRPr lang="en-US">
              <a:solidFill>
                <a:srgbClr val="002060"/>
              </a:solidFill>
              <a:cs typeface="Calibri"/>
            </a:endParaRPr>
          </a:p>
          <a:p>
            <a:pPr lvl="2"/>
            <a:r>
              <a:rPr lang="en-US" dirty="0">
                <a:solidFill>
                  <a:srgbClr val="002060"/>
                </a:solidFill>
                <a:ea typeface="Calibri" panose="020F0502020204030204"/>
                <a:cs typeface="Calibri" panose="020F0502020204030204"/>
              </a:rPr>
              <a:t>Motor can provide 186mNm</a:t>
            </a: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10</a:t>
            </a:fld>
            <a:endParaRPr lang="en-US"/>
          </a:p>
        </p:txBody>
      </p:sp>
      <p:pic>
        <p:nvPicPr>
          <p:cNvPr id="5" name="Picture 4" descr="A black round object with white text&#10;&#10;Description automatically generated">
            <a:extLst>
              <a:ext uri="{FF2B5EF4-FFF2-40B4-BE49-F238E27FC236}">
                <a16:creationId xmlns:a16="http://schemas.microsoft.com/office/drawing/2014/main" id="{E2479D0B-7DC3-EDF9-AE1E-63AE1257A2E3}"/>
              </a:ext>
            </a:extLst>
          </p:cNvPr>
          <p:cNvPicPr>
            <a:picLocks noChangeAspect="1"/>
          </p:cNvPicPr>
          <p:nvPr/>
        </p:nvPicPr>
        <p:blipFill>
          <a:blip r:embed="rId5"/>
          <a:stretch>
            <a:fillRect/>
          </a:stretch>
        </p:blipFill>
        <p:spPr>
          <a:xfrm>
            <a:off x="9970487" y="155103"/>
            <a:ext cx="2009775" cy="1457325"/>
          </a:xfrm>
          <a:prstGeom prst="rect">
            <a:avLst/>
          </a:prstGeom>
        </p:spPr>
      </p:pic>
      <p:pic>
        <p:nvPicPr>
          <p:cNvPr id="6" name="Picture 5" descr="A blue and grey object with round blue objects&#10;&#10;Description automatically generated">
            <a:extLst>
              <a:ext uri="{FF2B5EF4-FFF2-40B4-BE49-F238E27FC236}">
                <a16:creationId xmlns:a16="http://schemas.microsoft.com/office/drawing/2014/main" id="{F80FEE0A-80D0-4176-D488-8A27E7D2020F}"/>
              </a:ext>
            </a:extLst>
          </p:cNvPr>
          <p:cNvPicPr>
            <a:picLocks noChangeAspect="1"/>
          </p:cNvPicPr>
          <p:nvPr/>
        </p:nvPicPr>
        <p:blipFill>
          <a:blip r:embed="rId6"/>
          <a:srcRect l="14262" t="7506" r="13452" b="14815"/>
          <a:stretch/>
        </p:blipFill>
        <p:spPr>
          <a:xfrm>
            <a:off x="8639168" y="3688437"/>
            <a:ext cx="3346680" cy="2501015"/>
          </a:xfrm>
          <a:prstGeom prst="rect">
            <a:avLst/>
          </a:prstGeom>
        </p:spPr>
      </p:pic>
    </p:spTree>
    <p:extLst>
      <p:ext uri="{BB962C8B-B14F-4D97-AF65-F5344CB8AC3E}">
        <p14:creationId xmlns:p14="http://schemas.microsoft.com/office/powerpoint/2010/main" val="1121307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Light"/>
                <a:cs typeface="Calibri Light"/>
              </a:rPr>
              <a:t>Magnetorquers</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1"/>
            <a:r>
              <a:rPr lang="en-US">
                <a:solidFill>
                  <a:srgbClr val="002060"/>
                </a:solidFill>
                <a:ea typeface="+mn-lt"/>
                <a:cs typeface="+mn-lt"/>
              </a:rPr>
              <a:t>For momentum dumping and detumbling using the Earth's magnetic field.</a:t>
            </a:r>
            <a:endParaRPr lang="en-US">
              <a:solidFill>
                <a:srgbClr val="002060"/>
              </a:solidFill>
              <a:ea typeface="Calibri"/>
              <a:cs typeface="Calibri"/>
            </a:endParaRPr>
          </a:p>
          <a:p>
            <a:pPr lvl="1"/>
            <a:r>
              <a:rPr lang="en-US">
                <a:solidFill>
                  <a:srgbClr val="002060"/>
                </a:solidFill>
                <a:ea typeface="+mn-lt"/>
                <a:cs typeface="+mn-lt"/>
              </a:rPr>
              <a:t>Electromagnets that interact with Earth’s magnetic field to produce a torque </a:t>
            </a:r>
            <a:endParaRPr lang="en-US">
              <a:solidFill>
                <a:srgbClr val="002060"/>
              </a:solidFill>
              <a:ea typeface="Calibri"/>
              <a:cs typeface="Calibri"/>
            </a:endParaRPr>
          </a:p>
          <a:p>
            <a:pPr lvl="1"/>
            <a:r>
              <a:rPr lang="en-US">
                <a:solidFill>
                  <a:srgbClr val="002060"/>
                </a:solidFill>
                <a:ea typeface="+mn-lt"/>
                <a:cs typeface="+mn-lt"/>
              </a:rPr>
              <a:t>Can achieve modest pointing accuracy</a:t>
            </a:r>
            <a:endParaRPr lang="en-US">
              <a:solidFill>
                <a:srgbClr val="002060"/>
              </a:solidFill>
              <a:ea typeface="Calibri"/>
              <a:cs typeface="Calibri"/>
            </a:endParaRPr>
          </a:p>
          <a:p>
            <a:pPr lvl="1"/>
            <a:endParaRPr lang="en-US">
              <a:solidFill>
                <a:srgbClr val="002060"/>
              </a:solidFill>
              <a:ea typeface="Calibri"/>
              <a:cs typeface="Calibri"/>
            </a:endParaRPr>
          </a:p>
          <a:p>
            <a:pPr lvl="1"/>
            <a:endParaRPr lang="en-US">
              <a:solidFill>
                <a:srgbClr val="002060"/>
              </a:solidFill>
              <a:ea typeface="Calibri"/>
              <a:cs typeface="Calibri"/>
            </a:endParaRPr>
          </a:p>
          <a:p>
            <a:pPr marL="0" indent="0">
              <a:buNone/>
            </a:pPr>
            <a:endParaRPr lang="en-US">
              <a:solidFill>
                <a:srgbClr val="002060"/>
              </a:solidFill>
              <a:ea typeface="Calibri"/>
              <a:cs typeface="Calibri"/>
            </a:endParaRPr>
          </a:p>
          <a:p>
            <a:endParaRPr lang="en-US">
              <a:solidFill>
                <a:srgbClr val="002060"/>
              </a:solidFill>
              <a:ea typeface="Calibri"/>
              <a:cs typeface="Calibri"/>
            </a:endParaRPr>
          </a:p>
          <a:p>
            <a:endParaRPr lang="en-US">
              <a:solidFill>
                <a:srgbClr val="002060"/>
              </a:solidFill>
              <a:ea typeface="Calibri"/>
              <a:cs typeface="Calibri"/>
            </a:endParaRPr>
          </a:p>
          <a:p>
            <a:endParaRPr lang="en-US">
              <a:solidFill>
                <a:srgbClr val="002060"/>
              </a:solidFill>
              <a:ea typeface="Calibri"/>
              <a:cs typeface="Calibri"/>
            </a:endParaRPr>
          </a:p>
          <a:p>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11</a:t>
            </a:fld>
            <a:endParaRPr lang="en-US"/>
          </a:p>
        </p:txBody>
      </p:sp>
      <p:pic>
        <p:nvPicPr>
          <p:cNvPr id="6" name="Picture 5">
            <a:extLst>
              <a:ext uri="{FF2B5EF4-FFF2-40B4-BE49-F238E27FC236}">
                <a16:creationId xmlns:a16="http://schemas.microsoft.com/office/drawing/2014/main" id="{DCAE0F4F-0373-F8C5-45B9-0774C1E56F18}"/>
              </a:ext>
            </a:extLst>
          </p:cNvPr>
          <p:cNvPicPr>
            <a:picLocks noChangeAspect="1"/>
          </p:cNvPicPr>
          <p:nvPr/>
        </p:nvPicPr>
        <p:blipFill>
          <a:blip r:embed="rId4"/>
          <a:stretch>
            <a:fillRect/>
          </a:stretch>
        </p:blipFill>
        <p:spPr>
          <a:xfrm>
            <a:off x="9585428" y="3714671"/>
            <a:ext cx="2489929" cy="2326755"/>
          </a:xfrm>
          <a:prstGeom prst="rect">
            <a:avLst/>
          </a:prstGeom>
        </p:spPr>
      </p:pic>
    </p:spTree>
    <p:extLst>
      <p:ext uri="{BB962C8B-B14F-4D97-AF65-F5344CB8AC3E}">
        <p14:creationId xmlns:p14="http://schemas.microsoft.com/office/powerpoint/2010/main" val="1024818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a:t>
            </a:r>
            <a:r>
              <a:rPr lang="en-US" sz="3600">
                <a:solidFill>
                  <a:srgbClr val="002060"/>
                </a:solidFill>
                <a:latin typeface="Calibri Light"/>
                <a:ea typeface="Calibri Light"/>
                <a:cs typeface="Calibri Light"/>
              </a:rPr>
              <a:t>- Magnetorquers</a:t>
            </a:r>
            <a:endParaRPr lang="en-US" sz="3600">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376005" y="1688215"/>
            <a:ext cx="9791075" cy="4637312"/>
          </a:xfrm>
        </p:spPr>
        <p:txBody>
          <a:bodyPr vert="horz" lIns="91440" tIns="45720" rIns="91440" bIns="45720" rtlCol="0" anchor="t">
            <a:normAutofit/>
          </a:bodyPr>
          <a:lstStyle/>
          <a:p>
            <a:pPr lvl="1"/>
            <a:r>
              <a:rPr lang="en-US">
                <a:solidFill>
                  <a:srgbClr val="002060"/>
                </a:solidFill>
                <a:ea typeface="Calibri"/>
                <a:cs typeface="Calibri"/>
              </a:rPr>
              <a:t>3 Magnetorquers</a:t>
            </a:r>
            <a:endParaRPr lang="en-US"/>
          </a:p>
          <a:p>
            <a:pPr lvl="2"/>
            <a:r>
              <a:rPr lang="en-US">
                <a:solidFill>
                  <a:srgbClr val="002060"/>
                </a:solidFill>
                <a:ea typeface="Calibri"/>
                <a:cs typeface="Calibri"/>
              </a:rPr>
              <a:t>1 X-Z on Solar Panel PCB</a:t>
            </a:r>
          </a:p>
          <a:p>
            <a:pPr lvl="2"/>
            <a:r>
              <a:rPr lang="en-US">
                <a:solidFill>
                  <a:srgbClr val="002060"/>
                </a:solidFill>
                <a:ea typeface="Calibri"/>
                <a:cs typeface="Calibri"/>
              </a:rPr>
              <a:t>1 Y-Z on Solar Panel PCB</a:t>
            </a:r>
          </a:p>
          <a:p>
            <a:pPr lvl="2"/>
            <a:r>
              <a:rPr lang="en-US">
                <a:solidFill>
                  <a:srgbClr val="002060"/>
                </a:solidFill>
              </a:rPr>
              <a:t>1 X-Y on Control PCB</a:t>
            </a:r>
            <a:endParaRPr lang="en-US">
              <a:solidFill>
                <a:srgbClr val="002060"/>
              </a:solidFill>
              <a:ea typeface="Calibri"/>
              <a:cs typeface="Calibri"/>
            </a:endParaRPr>
          </a:p>
          <a:p>
            <a:pPr lvl="1"/>
            <a:r>
              <a:rPr lang="en-US">
                <a:solidFill>
                  <a:srgbClr val="002060"/>
                </a:solidFill>
              </a:rPr>
              <a:t>Key interfaces: Control Board, Magnetometer</a:t>
            </a:r>
            <a:endParaRPr lang="en-US" err="1">
              <a:solidFill>
                <a:srgbClr val="002060"/>
              </a:solidFill>
              <a:cs typeface="Calibri"/>
            </a:endParaRPr>
          </a:p>
          <a:p>
            <a:pPr lvl="1"/>
            <a:r>
              <a:rPr lang="en-US">
                <a:solidFill>
                  <a:srgbClr val="002060"/>
                </a:solidFill>
              </a:rPr>
              <a:t>If one of the magnetorquers goes out the reaction wheels will step in and help</a:t>
            </a:r>
            <a:endParaRPr lang="en-US" err="1"/>
          </a:p>
          <a:p>
            <a:pPr lvl="1"/>
            <a:r>
              <a:rPr lang="en-US">
                <a:solidFill>
                  <a:srgbClr val="002060"/>
                </a:solidFill>
                <a:ea typeface="Calibri"/>
                <a:cs typeface="Calibri" panose="020F0502020204030204"/>
              </a:rPr>
              <a:t>Examples of it being done</a:t>
            </a:r>
          </a:p>
          <a:p>
            <a:pPr lvl="2"/>
            <a:r>
              <a:rPr lang="en-US">
                <a:solidFill>
                  <a:srgbClr val="002060"/>
                </a:solidFill>
                <a:ea typeface="Calibri"/>
                <a:cs typeface="Calibri" panose="020F0502020204030204"/>
                <a:hlinkClick r:id="rId4"/>
              </a:rPr>
              <a:t>Journal of Aerospace Engineering </a:t>
            </a:r>
            <a:endParaRPr lang="en-US">
              <a:solidFill>
                <a:srgbClr val="002060"/>
              </a:solidFill>
              <a:ea typeface="Calibri"/>
              <a:cs typeface="Calibri" panose="020F0502020204030204"/>
            </a:endParaRPr>
          </a:p>
          <a:p>
            <a:pPr lvl="2"/>
            <a:r>
              <a:rPr lang="en-US">
                <a:solidFill>
                  <a:srgbClr val="002060"/>
                </a:solidFill>
                <a:ea typeface="Calibri"/>
                <a:cs typeface="Calibri" panose="020F0502020204030204"/>
                <a:hlinkClick r:id="rId5"/>
              </a:rPr>
              <a:t>Acta Astronautica</a:t>
            </a:r>
            <a:endParaRPr lang="en-US">
              <a:solidFill>
                <a:srgbClr val="002060"/>
              </a:solidFill>
              <a:ea typeface="Calibri"/>
              <a:cs typeface="Calibri" panose="020F0502020204030204"/>
            </a:endParaRPr>
          </a:p>
          <a:p>
            <a:pPr lvl="1"/>
            <a:r>
              <a:rPr lang="en-US">
                <a:solidFill>
                  <a:srgbClr val="002060"/>
                </a:solidFill>
                <a:ea typeface="Calibri"/>
                <a:cs typeface="Calibri" panose="020F0502020204030204"/>
              </a:rPr>
              <a:t>Design margins</a:t>
            </a:r>
          </a:p>
          <a:p>
            <a:pPr lvl="1"/>
            <a:r>
              <a:rPr lang="en-US">
                <a:solidFill>
                  <a:srgbClr val="002060"/>
                </a:solidFill>
                <a:ea typeface="Calibri"/>
                <a:cs typeface="Calibri" panose="020F0502020204030204"/>
              </a:rPr>
              <a:t>Put all the numbers/number of winding</a:t>
            </a:r>
            <a:endParaRPr lang="en-US"/>
          </a:p>
          <a:p>
            <a:pPr marL="0" indent="0">
              <a:buNone/>
            </a:pPr>
            <a:endParaRPr lang="en-US">
              <a:solidFill>
                <a:srgbClr val="002060"/>
              </a:solidFill>
              <a:ea typeface="Calibri"/>
              <a:cs typeface="Calibri" panose="020F0502020204030204"/>
            </a:endParaRPr>
          </a:p>
          <a:p>
            <a:endParaRPr lang="en-US">
              <a:solidFill>
                <a:srgbClr val="002060"/>
              </a:solidFill>
              <a:cs typeface="Calibri" panose="020F0502020204030204"/>
            </a:endParaRPr>
          </a:p>
          <a:p>
            <a:endParaRPr lang="en-US">
              <a:solidFill>
                <a:srgbClr val="002060"/>
              </a:solidFill>
              <a:cs typeface="Calibri" panose="020F0502020204030204"/>
            </a:endParaRPr>
          </a:p>
          <a:p>
            <a:endParaRPr lang="en-US">
              <a:solidFill>
                <a:srgbClr val="002060"/>
              </a:solidFill>
              <a:ea typeface="Calibri"/>
              <a:cs typeface="Calibri" panose="020F0502020204030204"/>
            </a:endParaRPr>
          </a:p>
          <a:p>
            <a:endParaRPr lang="en-US">
              <a:solidFill>
                <a:srgbClr val="002060"/>
              </a:solidFill>
              <a:ea typeface="Calibri"/>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12</a:t>
            </a:fld>
            <a:endParaRPr lang="en-US"/>
          </a:p>
        </p:txBody>
      </p:sp>
      <p:pic>
        <p:nvPicPr>
          <p:cNvPr id="5" name="Picture 4">
            <a:extLst>
              <a:ext uri="{FF2B5EF4-FFF2-40B4-BE49-F238E27FC236}">
                <a16:creationId xmlns:a16="http://schemas.microsoft.com/office/drawing/2014/main" id="{48A0D241-6E56-A700-F26E-62A35937D877}"/>
              </a:ext>
            </a:extLst>
          </p:cNvPr>
          <p:cNvPicPr>
            <a:picLocks noChangeAspect="1"/>
          </p:cNvPicPr>
          <p:nvPr/>
        </p:nvPicPr>
        <p:blipFill>
          <a:blip r:embed="rId6"/>
          <a:srcRect l="17508" r="10101" b="-251"/>
          <a:stretch/>
        </p:blipFill>
        <p:spPr>
          <a:xfrm>
            <a:off x="10069997" y="2411627"/>
            <a:ext cx="2022214" cy="3775007"/>
          </a:xfrm>
          <a:prstGeom prst="rect">
            <a:avLst/>
          </a:prstGeom>
        </p:spPr>
      </p:pic>
      <p:cxnSp>
        <p:nvCxnSpPr>
          <p:cNvPr id="8" name="Straight Arrow Connector 7">
            <a:extLst>
              <a:ext uri="{FF2B5EF4-FFF2-40B4-BE49-F238E27FC236}">
                <a16:creationId xmlns:a16="http://schemas.microsoft.com/office/drawing/2014/main" id="{FD1E59E0-0EE3-D8D6-04B2-67FACAB3F37D}"/>
              </a:ext>
            </a:extLst>
          </p:cNvPr>
          <p:cNvCxnSpPr/>
          <p:nvPr/>
        </p:nvCxnSpPr>
        <p:spPr>
          <a:xfrm>
            <a:off x="9963664" y="3043880"/>
            <a:ext cx="399535" cy="6260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6C3B6214-CCEC-8E37-B183-32DD843E651F}"/>
              </a:ext>
            </a:extLst>
          </p:cNvPr>
          <p:cNvCxnSpPr>
            <a:cxnSpLocks/>
          </p:cNvCxnSpPr>
          <p:nvPr/>
        </p:nvCxnSpPr>
        <p:spPr>
          <a:xfrm flipH="1">
            <a:off x="11598876" y="3692610"/>
            <a:ext cx="506624" cy="54369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15785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ctrTitle"/>
          </p:nvPr>
        </p:nvSpPr>
        <p:spPr>
          <a:xfrm>
            <a:off x="1298916" y="1162969"/>
            <a:ext cx="9591180" cy="1491736"/>
          </a:xfrm>
        </p:spPr>
        <p:txBody>
          <a:bodyPr>
            <a:normAutofit/>
          </a:bodyPr>
          <a:lstStyle/>
          <a:p>
            <a:r>
              <a:rPr lang="en-US">
                <a:solidFill>
                  <a:srgbClr val="002060"/>
                </a:solidFill>
              </a:rPr>
              <a:t>Sensors</a:t>
            </a:r>
            <a:endParaRPr lang="en-US"/>
          </a:p>
        </p:txBody>
      </p:sp>
      <p:sp>
        <p:nvSpPr>
          <p:cNvPr id="5" name="Subtitle 4">
            <a:extLst>
              <a:ext uri="{FF2B5EF4-FFF2-40B4-BE49-F238E27FC236}">
                <a16:creationId xmlns:a16="http://schemas.microsoft.com/office/drawing/2014/main" id="{D5FE6E84-7598-2A09-4414-17DC767C18D0}"/>
              </a:ext>
            </a:extLst>
          </p:cNvPr>
          <p:cNvSpPr>
            <a:spLocks noGrp="1"/>
          </p:cNvSpPr>
          <p:nvPr>
            <p:ph type="subTitle" idx="1"/>
          </p:nvPr>
        </p:nvSpPr>
        <p:spPr>
          <a:xfrm>
            <a:off x="1524000" y="3426984"/>
            <a:ext cx="9144000" cy="1655762"/>
          </a:xfrm>
        </p:spPr>
        <p:txBody>
          <a:bodyPr vert="horz" lIns="91440" tIns="45720" rIns="91440" bIns="45720" rtlCol="0" anchor="t">
            <a:normAutofit/>
          </a:bodyPr>
          <a:lstStyle/>
          <a:p>
            <a:r>
              <a:rPr lang="en-US" sz="1800">
                <a:ea typeface="Calibri"/>
                <a:cs typeface="Calibri"/>
              </a:rPr>
              <a:t>IMU</a:t>
            </a:r>
          </a:p>
          <a:p>
            <a:r>
              <a:rPr lang="en-US" sz="1800">
                <a:ea typeface="Calibri"/>
                <a:cs typeface="Calibri"/>
              </a:rPr>
              <a:t>Magnetometer</a:t>
            </a:r>
          </a:p>
          <a:p>
            <a:r>
              <a:rPr lang="en-US" sz="1800">
                <a:ea typeface="Calibri"/>
                <a:cs typeface="Calibri"/>
              </a:rPr>
              <a:t>Star Tracker</a:t>
            </a:r>
          </a:p>
          <a:p>
            <a:r>
              <a:rPr lang="en-US" sz="1800">
                <a:ea typeface="Calibri"/>
                <a:cs typeface="Calibri"/>
              </a:rPr>
              <a:t>Sun Sensors</a:t>
            </a:r>
          </a:p>
        </p:txBody>
      </p:sp>
      <p:sp>
        <p:nvSpPr>
          <p:cNvPr id="4" name="Slide Number Placeholder 3">
            <a:extLst>
              <a:ext uri="{FF2B5EF4-FFF2-40B4-BE49-F238E27FC236}">
                <a16:creationId xmlns:a16="http://schemas.microsoft.com/office/drawing/2014/main" id="{1AA574A0-D5F7-56D8-B847-FC19B82BF91C}"/>
              </a:ext>
            </a:extLst>
          </p:cNvPr>
          <p:cNvSpPr>
            <a:spLocks noGrp="1"/>
          </p:cNvSpPr>
          <p:nvPr>
            <p:ph type="sldNum" sz="quarter" idx="12"/>
          </p:nvPr>
        </p:nvSpPr>
        <p:spPr>
          <a:xfrm>
            <a:off x="92467" y="6325528"/>
            <a:ext cx="287678" cy="365125"/>
          </a:xfrm>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2189994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Design </a:t>
            </a:r>
            <a:r>
              <a:rPr lang="en-US" sz="3600">
                <a:solidFill>
                  <a:srgbClr val="002060"/>
                </a:solidFill>
                <a:latin typeface="Calibri Light"/>
                <a:ea typeface="Calibri Light"/>
                <a:cs typeface="Calibri Light"/>
              </a:rPr>
              <a:t>- Sensors</a:t>
            </a:r>
            <a:endParaRPr lang="en-US" sz="3600">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742497"/>
            <a:ext cx="10524259" cy="4583030"/>
          </a:xfrm>
        </p:spPr>
        <p:txBody>
          <a:bodyPr vert="horz" lIns="91440" tIns="45720" rIns="91440" bIns="45720" rtlCol="0" anchor="t">
            <a:normAutofit/>
          </a:bodyPr>
          <a:lstStyle/>
          <a:p>
            <a:pPr lvl="1"/>
            <a:r>
              <a:rPr lang="en-US" dirty="0">
                <a:solidFill>
                  <a:srgbClr val="002060"/>
                </a:solidFill>
                <a:ea typeface="Calibri"/>
                <a:cs typeface="Calibri"/>
              </a:rPr>
              <a:t>Star Tracker: </a:t>
            </a:r>
            <a:r>
              <a:rPr lang="en-US" dirty="0">
                <a:solidFill>
                  <a:srgbClr val="002060"/>
                </a:solidFill>
                <a:ea typeface="+mn-lt"/>
                <a:cs typeface="+mn-lt"/>
              </a:rPr>
              <a:t>For high-precision attitude determination using star fields.</a:t>
            </a:r>
            <a:endParaRPr lang="en-US" dirty="0">
              <a:solidFill>
                <a:srgbClr val="002060"/>
              </a:solidFill>
              <a:ea typeface="Calibri"/>
              <a:cs typeface="Calibri"/>
            </a:endParaRPr>
          </a:p>
          <a:p>
            <a:pPr lvl="2"/>
            <a:r>
              <a:rPr lang="en-US">
                <a:solidFill>
                  <a:srgbClr val="002060"/>
                </a:solidFill>
                <a:ea typeface="Calibri"/>
                <a:cs typeface="Calibri"/>
              </a:rPr>
              <a:t>40 deg lens</a:t>
            </a:r>
            <a:endParaRPr lang="en-US">
              <a:solidFill>
                <a:srgbClr val="000000"/>
              </a:solidFill>
              <a:ea typeface="Calibri"/>
              <a:cs typeface="Calibri"/>
            </a:endParaRPr>
          </a:p>
          <a:p>
            <a:pPr lvl="2"/>
            <a:r>
              <a:rPr lang="en-US">
                <a:solidFill>
                  <a:srgbClr val="002060"/>
                </a:solidFill>
                <a:ea typeface="Calibri"/>
                <a:cs typeface="Calibri"/>
              </a:rPr>
              <a:t>Goal update every 250ms</a:t>
            </a:r>
            <a:endParaRPr lang="en-US">
              <a:solidFill>
                <a:srgbClr val="000000"/>
              </a:solidFill>
              <a:ea typeface="Calibri"/>
              <a:cs typeface="Calibri"/>
            </a:endParaRPr>
          </a:p>
          <a:p>
            <a:pPr lvl="1"/>
            <a:r>
              <a:rPr lang="en-US">
                <a:solidFill>
                  <a:srgbClr val="002060"/>
                </a:solidFill>
                <a:ea typeface="Calibri"/>
                <a:cs typeface="Calibri"/>
              </a:rPr>
              <a:t>5 Sun Sensors (</a:t>
            </a:r>
            <a:r>
              <a:rPr lang="en-US">
                <a:solidFill>
                  <a:srgbClr val="002060"/>
                </a:solidFill>
                <a:ea typeface="+mn-lt"/>
                <a:cs typeface="+mn-lt"/>
              </a:rPr>
              <a:t>K857PE)</a:t>
            </a:r>
            <a:r>
              <a:rPr lang="en-US">
                <a:solidFill>
                  <a:srgbClr val="002060"/>
                </a:solidFill>
                <a:ea typeface="Calibri"/>
                <a:cs typeface="Calibri"/>
              </a:rPr>
              <a:t>(Redundant): </a:t>
            </a:r>
            <a:r>
              <a:rPr lang="en-US">
                <a:solidFill>
                  <a:srgbClr val="002060"/>
                </a:solidFill>
                <a:ea typeface="+mn-lt"/>
                <a:cs typeface="+mn-lt"/>
              </a:rPr>
              <a:t>For determining the Sun's position</a:t>
            </a:r>
            <a:endParaRPr lang="en-US">
              <a:ea typeface="+mn-lt"/>
              <a:cs typeface="+mn-lt"/>
            </a:endParaRPr>
          </a:p>
          <a:p>
            <a:pPr lvl="1"/>
            <a:r>
              <a:rPr lang="en-US">
                <a:solidFill>
                  <a:srgbClr val="002060"/>
                </a:solidFill>
                <a:ea typeface="Calibri"/>
                <a:cs typeface="Calibri"/>
              </a:rPr>
              <a:t>IMU (</a:t>
            </a:r>
            <a:r>
              <a:rPr lang="en-US">
                <a:solidFill>
                  <a:srgbClr val="002060"/>
                </a:solidFill>
                <a:ea typeface="+mn-lt"/>
                <a:cs typeface="+mn-lt"/>
              </a:rPr>
              <a:t>LSM6DSOXTR)</a:t>
            </a:r>
          </a:p>
          <a:p>
            <a:pPr lvl="1"/>
            <a:r>
              <a:rPr lang="en-US">
                <a:solidFill>
                  <a:srgbClr val="002060"/>
                </a:solidFill>
                <a:ea typeface="Calibri"/>
                <a:cs typeface="Calibri"/>
              </a:rPr>
              <a:t>Magnetometer (</a:t>
            </a:r>
            <a:r>
              <a:rPr lang="en-US">
                <a:solidFill>
                  <a:srgbClr val="002060"/>
                </a:solidFill>
                <a:ea typeface="+mn-lt"/>
                <a:cs typeface="+mn-lt"/>
              </a:rPr>
              <a:t>LIS3MDLTR</a:t>
            </a:r>
            <a:r>
              <a:rPr lang="en-US">
                <a:solidFill>
                  <a:srgbClr val="002060"/>
                </a:solidFill>
                <a:ea typeface="+mn-lt"/>
                <a:cs typeface="Calibri"/>
              </a:rPr>
              <a:t>)</a:t>
            </a:r>
            <a:r>
              <a:rPr lang="en-US">
                <a:solidFill>
                  <a:srgbClr val="002060"/>
                </a:solidFill>
                <a:ea typeface="Calibri"/>
                <a:cs typeface="Calibri"/>
              </a:rPr>
              <a:t> </a:t>
            </a:r>
          </a:p>
          <a:p>
            <a:pPr lvl="2"/>
            <a:r>
              <a:rPr lang="en-US" sz="1200">
                <a:solidFill>
                  <a:srgbClr val="002060"/>
                </a:solidFill>
                <a:ea typeface="Calibri"/>
                <a:cs typeface="Calibri"/>
              </a:rPr>
              <a:t>(</a:t>
            </a:r>
            <a:r>
              <a:rPr lang="en-US" sz="1200">
                <a:solidFill>
                  <a:srgbClr val="000000"/>
                </a:solidFill>
                <a:latin typeface="Arial"/>
                <a:ea typeface="Calibri"/>
                <a:cs typeface="Arial"/>
              </a:rPr>
              <a:t>Digital output magnetic sensor: Ultra Power, High-Performance 3-axis magnetometer. (+-) 4-16 </a:t>
            </a:r>
            <a:r>
              <a:rPr lang="en-US" sz="1200" err="1">
                <a:solidFill>
                  <a:srgbClr val="000000"/>
                </a:solidFill>
                <a:latin typeface="Arial"/>
                <a:ea typeface="Calibri"/>
                <a:cs typeface="Arial"/>
              </a:rPr>
              <a:t>gaus</a:t>
            </a:r>
            <a:r>
              <a:rPr lang="en-US" sz="1200">
                <a:solidFill>
                  <a:srgbClr val="000000"/>
                </a:solidFill>
                <a:latin typeface="Arial"/>
                <a:ea typeface="Calibri"/>
                <a:cs typeface="Arial"/>
              </a:rPr>
              <a:t>. Operational temperature, (-40) - (+85) degrees Celsius. Wide supply voltage, 1.9-3.6 V. Independent IO supply, 1.8 V. 16 bit data output. equipped with power down and low power mode.(mass, size, volts/amps required.)</a:t>
            </a:r>
            <a:br>
              <a:rPr lang="en-US" sz="1200"/>
            </a:br>
            <a:endParaRPr lang="en-US" sz="1200">
              <a:ea typeface="Calibri" panose="020F0502020204030204"/>
              <a:cs typeface="Calibri" panose="020F0502020204030204"/>
            </a:endParaRPr>
          </a:p>
          <a:p>
            <a:pPr lvl="1"/>
            <a:endParaRPr lang="en-US" sz="1400">
              <a:solidFill>
                <a:srgbClr val="002060"/>
              </a:solidFill>
              <a:ea typeface="Calibri"/>
              <a:cs typeface="Calibri"/>
            </a:endParaRPr>
          </a:p>
          <a:p>
            <a:pPr lvl="1"/>
            <a:endParaRPr lang="en-US">
              <a:solidFill>
                <a:srgbClr val="002060"/>
              </a:solidFill>
              <a:ea typeface="Calibri"/>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1099004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Control System </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2"/>
            <a:r>
              <a:rPr lang="en-US"/>
              <a:t>Linear–Quadratic Regulator (LQR)</a:t>
            </a:r>
            <a:endParaRPr lang="en-US">
              <a:solidFill>
                <a:srgbClr val="000000"/>
              </a:solidFill>
              <a:cs typeface="Calibri"/>
            </a:endParaRPr>
          </a:p>
          <a:p>
            <a:pPr lvl="3"/>
            <a:r>
              <a:rPr lang="en-US">
                <a:solidFill>
                  <a:srgbClr val="000000"/>
                </a:solidFill>
                <a:cs typeface="Calibri"/>
              </a:rPr>
              <a:t>Goal is to minimize the cost function</a:t>
            </a:r>
          </a:p>
          <a:p>
            <a:pPr lvl="3"/>
            <a:r>
              <a:rPr lang="en-US">
                <a:solidFill>
                  <a:srgbClr val="000000"/>
                </a:solidFill>
                <a:cs typeface="Calibri"/>
              </a:rPr>
              <a:t>Tune gains of cost function to get best performance</a:t>
            </a:r>
          </a:p>
          <a:p>
            <a:pPr lvl="2"/>
            <a:r>
              <a:rPr lang="en-US">
                <a:solidFill>
                  <a:srgbClr val="000000"/>
                </a:solidFill>
                <a:cs typeface="Calibri"/>
              </a:rPr>
              <a:t>LQR help us not over use the reaction wheels</a:t>
            </a:r>
          </a:p>
          <a:p>
            <a:pPr lvl="2"/>
            <a:r>
              <a:rPr lang="en-US">
                <a:solidFill>
                  <a:srgbClr val="000000"/>
                </a:solidFill>
                <a:ea typeface="Calibri" panose="020F0502020204030204"/>
                <a:cs typeface="Calibri"/>
              </a:rPr>
              <a:t>EKF</a:t>
            </a:r>
          </a:p>
          <a:p>
            <a:pPr lvl="2"/>
            <a:r>
              <a:rPr lang="en-US">
                <a:solidFill>
                  <a:srgbClr val="000000"/>
                </a:solidFill>
                <a:ea typeface="Calibri" panose="020F0502020204030204"/>
                <a:cs typeface="Calibri"/>
              </a:rPr>
              <a:t>PID for reaction wheels</a:t>
            </a:r>
          </a:p>
          <a:p>
            <a:pPr lvl="3"/>
            <a:endParaRPr lang="en-US">
              <a:solidFill>
                <a:srgbClr val="002060"/>
              </a:solidFill>
              <a:ea typeface="Calibri" panose="020F0502020204030204"/>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1215839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Control Diagram</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2"/>
            <a:r>
              <a:rPr lang="en-US"/>
              <a:t>Linear–Quadratic Regulator (LQR)</a:t>
            </a:r>
            <a:endParaRPr lang="en-US">
              <a:solidFill>
                <a:srgbClr val="000000"/>
              </a:solidFill>
              <a:cs typeface="Calibri"/>
            </a:endParaRPr>
          </a:p>
          <a:p>
            <a:pPr lvl="2"/>
            <a:r>
              <a:rPr lang="en-US">
                <a:solidFill>
                  <a:srgbClr val="000000"/>
                </a:solidFill>
                <a:ea typeface="+mn-lt"/>
                <a:cs typeface="+mn-lt"/>
                <a:hlinkClick r:id="rId4"/>
              </a:rPr>
              <a:t>LQR Diagram</a:t>
            </a:r>
            <a:endParaRPr lang="en-US">
              <a:solidFill>
                <a:srgbClr val="000000"/>
              </a:solidFill>
              <a:ea typeface="Calibri" panose="020F0502020204030204"/>
              <a:cs typeface="Calibri"/>
            </a:endParaRPr>
          </a:p>
          <a:p>
            <a:pPr marL="1371600" lvl="3" indent="0">
              <a:buNone/>
            </a:pPr>
            <a:endParaRPr lang="en-US">
              <a:solidFill>
                <a:srgbClr val="000000"/>
              </a:solidFill>
              <a:ea typeface="Calibri" panose="020F0502020204030204"/>
              <a:cs typeface="Calibri"/>
            </a:endParaRPr>
          </a:p>
          <a:p>
            <a:pPr lvl="3"/>
            <a:endParaRPr lang="en-US">
              <a:solidFill>
                <a:srgbClr val="002060"/>
              </a:solidFill>
              <a:ea typeface="Calibri" panose="020F0502020204030204"/>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2101081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Board Layout</a:t>
            </a: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2"/>
            <a:br>
              <a:rPr lang="en-US" sz="1800"/>
            </a:br>
            <a:r>
              <a:rPr lang="en-US" sz="1800">
                <a:ea typeface="+mn-lt"/>
                <a:cs typeface="+mn-lt"/>
                <a:hlinkClick r:id="rId4"/>
              </a:rPr>
              <a:t>Drawing.vsdx</a:t>
            </a:r>
            <a:endParaRPr lang="en-US" sz="1800">
              <a:solidFill>
                <a:srgbClr val="1A1918"/>
              </a:solidFill>
              <a:ea typeface="+mn-lt"/>
              <a:cs typeface="+mn-lt"/>
            </a:endParaRPr>
          </a:p>
          <a:p>
            <a:pPr lvl="3"/>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2692427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Control Weight</a:t>
            </a:r>
            <a:endParaRPr lang="en-US" sz="3600">
              <a:solidFill>
                <a:srgbClr val="002060"/>
              </a:solidFill>
              <a:ea typeface="Calibri Light"/>
              <a:cs typeface="Calibri Light"/>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10505" y="6325528"/>
            <a:ext cx="390650" cy="313639"/>
          </a:xfrm>
        </p:spPr>
        <p:txBody>
          <a:bodyPr/>
          <a:lstStyle/>
          <a:p>
            <a:fld id="{330EA680-D336-4FF7-8B7A-9848BB0A1C32}" type="slidenum">
              <a:rPr lang="en-US" smtClean="0"/>
              <a:t>18</a:t>
            </a:fld>
            <a:endParaRPr lang="en-US"/>
          </a:p>
        </p:txBody>
      </p:sp>
      <p:pic>
        <p:nvPicPr>
          <p:cNvPr id="7" name="Picture 6">
            <a:extLst>
              <a:ext uri="{FF2B5EF4-FFF2-40B4-BE49-F238E27FC236}">
                <a16:creationId xmlns:a16="http://schemas.microsoft.com/office/drawing/2014/main" id="{B0D139E0-B972-01D2-E7D1-D63C3CBC59FE}"/>
              </a:ext>
            </a:extLst>
          </p:cNvPr>
          <p:cNvPicPr>
            <a:picLocks noChangeAspect="1"/>
          </p:cNvPicPr>
          <p:nvPr/>
        </p:nvPicPr>
        <p:blipFill>
          <a:blip r:embed="rId4"/>
          <a:stretch>
            <a:fillRect/>
          </a:stretch>
        </p:blipFill>
        <p:spPr>
          <a:xfrm>
            <a:off x="720812" y="1697059"/>
            <a:ext cx="10637107" cy="3227044"/>
          </a:xfrm>
          <a:prstGeom prst="rect">
            <a:avLst/>
          </a:prstGeom>
        </p:spPr>
      </p:pic>
      <p:sp>
        <p:nvSpPr>
          <p:cNvPr id="5" name="TextBox 4">
            <a:extLst>
              <a:ext uri="{FF2B5EF4-FFF2-40B4-BE49-F238E27FC236}">
                <a16:creationId xmlns:a16="http://schemas.microsoft.com/office/drawing/2014/main" id="{B2962DC4-D6AA-6FAA-D1CC-2847031E8363}"/>
              </a:ext>
            </a:extLst>
          </p:cNvPr>
          <p:cNvSpPr txBox="1"/>
          <p:nvPr/>
        </p:nvSpPr>
        <p:spPr>
          <a:xfrm>
            <a:off x="1428448" y="5186168"/>
            <a:ext cx="204615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solidFill>
                  <a:srgbClr val="1A1918"/>
                </a:solidFill>
                <a:ea typeface="+mn-lt"/>
                <a:cs typeface="+mn-lt"/>
              </a:rPr>
              <a:t>Add 20% contingency on weight budget. So show estimated weight as you have. And then show weight with 20% contingency.</a:t>
            </a:r>
            <a:endParaRPr lang="en-US"/>
          </a:p>
        </p:txBody>
      </p:sp>
    </p:spTree>
    <p:extLst>
      <p:ext uri="{BB962C8B-B14F-4D97-AF65-F5344CB8AC3E}">
        <p14:creationId xmlns:p14="http://schemas.microsoft.com/office/powerpoint/2010/main" val="507670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Power Consumption</a:t>
            </a:r>
            <a:endParaRPr lang="en-US"/>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10505" y="6325528"/>
            <a:ext cx="390650" cy="313639"/>
          </a:xfrm>
        </p:spPr>
        <p:txBody>
          <a:bodyPr/>
          <a:lstStyle/>
          <a:p>
            <a:fld id="{330EA680-D336-4FF7-8B7A-9848BB0A1C32}" type="slidenum">
              <a:rPr lang="en-US" smtClean="0"/>
              <a:t>19</a:t>
            </a:fld>
            <a:endParaRPr lang="en-US"/>
          </a:p>
        </p:txBody>
      </p:sp>
      <p:pic>
        <p:nvPicPr>
          <p:cNvPr id="7" name="Picture 6">
            <a:extLst>
              <a:ext uri="{FF2B5EF4-FFF2-40B4-BE49-F238E27FC236}">
                <a16:creationId xmlns:a16="http://schemas.microsoft.com/office/drawing/2014/main" id="{B0D139E0-B972-01D2-E7D1-D63C3CBC59FE}"/>
              </a:ext>
            </a:extLst>
          </p:cNvPr>
          <p:cNvPicPr>
            <a:picLocks noChangeAspect="1"/>
          </p:cNvPicPr>
          <p:nvPr/>
        </p:nvPicPr>
        <p:blipFill>
          <a:blip r:embed="rId4"/>
          <a:stretch>
            <a:fillRect/>
          </a:stretch>
        </p:blipFill>
        <p:spPr>
          <a:xfrm>
            <a:off x="720812" y="1697059"/>
            <a:ext cx="10637107" cy="3227044"/>
          </a:xfrm>
          <a:prstGeom prst="rect">
            <a:avLst/>
          </a:prstGeom>
        </p:spPr>
      </p:pic>
    </p:spTree>
    <p:extLst>
      <p:ext uri="{BB962C8B-B14F-4D97-AF65-F5344CB8AC3E}">
        <p14:creationId xmlns:p14="http://schemas.microsoft.com/office/powerpoint/2010/main" val="112256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a:xfrm>
            <a:off x="714375" y="3175"/>
            <a:ext cx="5991225" cy="763588"/>
          </a:xfrm>
        </p:spPr>
        <p:txBody>
          <a:bodyPr>
            <a:normAutofit/>
          </a:bodyPr>
          <a:lstStyle/>
          <a:p>
            <a:r>
              <a:rPr lang="en-US" sz="3600">
                <a:solidFill>
                  <a:srgbClr val="002060"/>
                </a:solidFill>
                <a:latin typeface="Calibri"/>
                <a:ea typeface="Calibri"/>
                <a:cs typeface="Calibri"/>
              </a:rPr>
              <a:t>Risk Mitigation</a:t>
            </a:r>
            <a:endParaRPr lang="en-US" sz="3600">
              <a:solidFill>
                <a:srgbClr val="002060"/>
              </a:solidFill>
              <a:ea typeface="Calibri Light"/>
              <a:cs typeface="Calibri Light"/>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44531"/>
          </a:xfrm>
        </p:spPr>
        <p:txBody>
          <a:bodyPr/>
          <a:lstStyle/>
          <a:p>
            <a:fld id="{330EA680-D336-4FF7-8B7A-9848BB0A1C32}" type="slidenum">
              <a:rPr lang="en-US" smtClean="0"/>
              <a:t>20</a:t>
            </a:fld>
            <a:endParaRPr lang="en-US"/>
          </a:p>
        </p:txBody>
      </p:sp>
      <p:graphicFrame>
        <p:nvGraphicFramePr>
          <p:cNvPr id="11" name="Table 10">
            <a:extLst>
              <a:ext uri="{FF2B5EF4-FFF2-40B4-BE49-F238E27FC236}">
                <a16:creationId xmlns:a16="http://schemas.microsoft.com/office/drawing/2014/main" id="{DC06441B-86C5-1384-327C-45D72CC0E778}"/>
              </a:ext>
            </a:extLst>
          </p:cNvPr>
          <p:cNvGraphicFramePr>
            <a:graphicFrameLocks noGrp="1"/>
          </p:cNvGraphicFramePr>
          <p:nvPr>
            <p:extLst>
              <p:ext uri="{D42A27DB-BD31-4B8C-83A1-F6EECF244321}">
                <p14:modId xmlns:p14="http://schemas.microsoft.com/office/powerpoint/2010/main" val="3111399867"/>
              </p:ext>
            </p:extLst>
          </p:nvPr>
        </p:nvGraphicFramePr>
        <p:xfrm>
          <a:off x="514350" y="771525"/>
          <a:ext cx="10916424" cy="5104193"/>
        </p:xfrm>
        <a:graphic>
          <a:graphicData uri="http://schemas.openxmlformats.org/drawingml/2006/table">
            <a:tbl>
              <a:tblPr firstRow="1" bandRow="1">
                <a:tableStyleId>{5C22544A-7EE6-4342-B048-85BDC9FD1C3A}</a:tableStyleId>
              </a:tblPr>
              <a:tblGrid>
                <a:gridCol w="2729106">
                  <a:extLst>
                    <a:ext uri="{9D8B030D-6E8A-4147-A177-3AD203B41FA5}">
                      <a16:colId xmlns:a16="http://schemas.microsoft.com/office/drawing/2014/main" val="995152336"/>
                    </a:ext>
                  </a:extLst>
                </a:gridCol>
                <a:gridCol w="2729106">
                  <a:extLst>
                    <a:ext uri="{9D8B030D-6E8A-4147-A177-3AD203B41FA5}">
                      <a16:colId xmlns:a16="http://schemas.microsoft.com/office/drawing/2014/main" val="3097735421"/>
                    </a:ext>
                  </a:extLst>
                </a:gridCol>
                <a:gridCol w="2729106">
                  <a:extLst>
                    <a:ext uri="{9D8B030D-6E8A-4147-A177-3AD203B41FA5}">
                      <a16:colId xmlns:a16="http://schemas.microsoft.com/office/drawing/2014/main" val="996633826"/>
                    </a:ext>
                  </a:extLst>
                </a:gridCol>
                <a:gridCol w="2729106">
                  <a:extLst>
                    <a:ext uri="{9D8B030D-6E8A-4147-A177-3AD203B41FA5}">
                      <a16:colId xmlns:a16="http://schemas.microsoft.com/office/drawing/2014/main" val="3779366336"/>
                    </a:ext>
                  </a:extLst>
                </a:gridCol>
              </a:tblGrid>
              <a:tr h="367438">
                <a:tc>
                  <a:txBody>
                    <a:bodyPr/>
                    <a:lstStyle/>
                    <a:p>
                      <a:r>
                        <a:rPr lang="en-US" sz="1400"/>
                        <a:t>Risk</a:t>
                      </a:r>
                    </a:p>
                  </a:txBody>
                  <a:tcPr/>
                </a:tc>
                <a:tc>
                  <a:txBody>
                    <a:bodyPr/>
                    <a:lstStyle/>
                    <a:p>
                      <a:r>
                        <a:rPr lang="en-US" sz="1400"/>
                        <a:t>Failure </a:t>
                      </a:r>
                    </a:p>
                  </a:txBody>
                  <a:tcPr/>
                </a:tc>
                <a:tc>
                  <a:txBody>
                    <a:bodyPr/>
                    <a:lstStyle/>
                    <a:p>
                      <a:r>
                        <a:rPr lang="en-US" sz="1400"/>
                        <a:t>Risk Mitigation</a:t>
                      </a:r>
                    </a:p>
                  </a:txBody>
                  <a:tcPr/>
                </a:tc>
                <a:tc>
                  <a:txBody>
                    <a:bodyPr/>
                    <a:lstStyle/>
                    <a:p>
                      <a:pPr lvl="0">
                        <a:buNone/>
                      </a:pPr>
                      <a:r>
                        <a:rPr lang="en-US" sz="1400"/>
                        <a:t>Probability of Failure</a:t>
                      </a:r>
                    </a:p>
                  </a:txBody>
                  <a:tcPr/>
                </a:tc>
                <a:extLst>
                  <a:ext uri="{0D108BD9-81ED-4DB2-BD59-A6C34878D82A}">
                    <a16:rowId xmlns:a16="http://schemas.microsoft.com/office/drawing/2014/main" val="186470399"/>
                  </a:ext>
                </a:extLst>
              </a:tr>
              <a:tr h="1184189">
                <a:tc>
                  <a:txBody>
                    <a:bodyPr/>
                    <a:lstStyle/>
                    <a:p>
                      <a:r>
                        <a:rPr lang="en-US" sz="1400"/>
                        <a:t>Lose control of one DC motor.</a:t>
                      </a:r>
                    </a:p>
                    <a:p>
                      <a:pPr lvl="0">
                        <a:buNone/>
                      </a:pPr>
                      <a:endParaRPr lang="en-US" sz="1400"/>
                    </a:p>
                  </a:txBody>
                  <a:tcPr/>
                </a:tc>
                <a:tc>
                  <a:txBody>
                    <a:bodyPr/>
                    <a:lstStyle/>
                    <a:p>
                      <a:r>
                        <a:rPr lang="en-US" sz="1400"/>
                        <a:t>Loss of any number of motors could lead to change in programing, that would compromise current programing.</a:t>
                      </a:r>
                    </a:p>
                  </a:txBody>
                  <a:tcPr/>
                </a:tc>
                <a:tc>
                  <a:txBody>
                    <a:bodyPr/>
                    <a:lstStyle/>
                    <a:p>
                      <a:r>
                        <a:rPr lang="en-US" sz="1400"/>
                        <a:t>Loss of one motor- The reaction wheels can keep orientation with three reaction wheels.</a:t>
                      </a:r>
                    </a:p>
                  </a:txBody>
                  <a:tcPr/>
                </a:tc>
                <a:tc>
                  <a:txBody>
                    <a:bodyPr/>
                    <a:lstStyle/>
                    <a:p>
                      <a:pPr lvl="0">
                        <a:buNone/>
                      </a:pPr>
                      <a:r>
                        <a:rPr lang="en-US" sz="1400"/>
                        <a:t>Failure Rates ranging from 1% to 5% over their operational life, 5 years.</a:t>
                      </a:r>
                    </a:p>
                  </a:txBody>
                  <a:tcPr/>
                </a:tc>
                <a:extLst>
                  <a:ext uri="{0D108BD9-81ED-4DB2-BD59-A6C34878D82A}">
                    <a16:rowId xmlns:a16="http://schemas.microsoft.com/office/drawing/2014/main" val="2422563501"/>
                  </a:ext>
                </a:extLst>
              </a:tr>
              <a:tr h="1184189">
                <a:tc>
                  <a:txBody>
                    <a:bodyPr/>
                    <a:lstStyle/>
                    <a:p>
                      <a:pPr lvl="0">
                        <a:buNone/>
                      </a:pPr>
                      <a:r>
                        <a:rPr lang="en-US" sz="1400"/>
                        <a:t>Lose control of two DC motors</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a:rPr>
                        <a:t>Loss of any number of motors could lead to change in programing that would compromise current programing.</a:t>
                      </a:r>
                    </a:p>
                    <a:p>
                      <a:pPr lvl="0">
                        <a:buNone/>
                      </a:pPr>
                      <a:endParaRPr lang="en-US" sz="1400"/>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a:rPr>
                        <a:t>Loss of two motors- the solution would be a combination of magnetorquer's and reaction wheels.</a:t>
                      </a:r>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a:rPr>
                        <a:t>Failure Rates ranging from 1% to 5% over their operational life, 5 years.</a:t>
                      </a:r>
                      <a:endParaRPr lang="en-US" sz="1400"/>
                    </a:p>
                  </a:txBody>
                  <a:tcPr/>
                </a:tc>
                <a:extLst>
                  <a:ext uri="{0D108BD9-81ED-4DB2-BD59-A6C34878D82A}">
                    <a16:rowId xmlns:a16="http://schemas.microsoft.com/office/drawing/2014/main" val="819335093"/>
                  </a:ext>
                </a:extLst>
              </a:tr>
              <a:tr h="1403006">
                <a:tc>
                  <a:txBody>
                    <a:bodyPr/>
                    <a:lstStyle/>
                    <a:p>
                      <a:r>
                        <a:rPr lang="en-US" sz="1400"/>
                        <a:t>The star tracker does not work as planned, and we have no way of tracking orientation.</a:t>
                      </a:r>
                    </a:p>
                  </a:txBody>
                  <a:tcPr/>
                </a:tc>
                <a:tc>
                  <a:txBody>
                    <a:bodyPr/>
                    <a:lstStyle/>
                    <a:p>
                      <a:r>
                        <a:rPr lang="en-US" sz="1400"/>
                        <a:t>If the sun sensors, and magnetometer fail, we will have no understanding of orientation, and the cube sat will not be able to orient itself for pictures.</a:t>
                      </a:r>
                    </a:p>
                  </a:txBody>
                  <a:tcPr/>
                </a:tc>
                <a:tc>
                  <a:txBody>
                    <a:bodyPr/>
                    <a:lstStyle/>
                    <a:p>
                      <a:r>
                        <a:rPr lang="en-US" sz="1400"/>
                        <a:t>The sun sensors, although not as precise, can provide information if the star tracker fails. If the sun sensors fail, the magnetometer will be able to supply information about orientation.</a:t>
                      </a:r>
                    </a:p>
                  </a:txBody>
                  <a:tcPr/>
                </a:tc>
                <a:tc>
                  <a:txBody>
                    <a:bodyPr/>
                    <a:lstStyle/>
                    <a:p>
                      <a:pPr lvl="0">
                        <a:buNone/>
                      </a:pPr>
                      <a:endParaRPr lang="en-US" sz="1400"/>
                    </a:p>
                  </a:txBody>
                  <a:tcPr/>
                </a:tc>
                <a:extLst>
                  <a:ext uri="{0D108BD9-81ED-4DB2-BD59-A6C34878D82A}">
                    <a16:rowId xmlns:a16="http://schemas.microsoft.com/office/drawing/2014/main" val="1241531213"/>
                  </a:ext>
                </a:extLst>
              </a:tr>
              <a:tr h="965371">
                <a:tc>
                  <a:txBody>
                    <a:bodyPr/>
                    <a:lstStyle/>
                    <a:p>
                      <a:r>
                        <a:rPr lang="en-US" sz="1400"/>
                        <a:t>The control algorithm that we are implementing does not work properly. The code we upload was correct but does not work.</a:t>
                      </a:r>
                    </a:p>
                  </a:txBody>
                  <a:tcPr/>
                </a:tc>
                <a:tc>
                  <a:txBody>
                    <a:bodyPr/>
                    <a:lstStyle/>
                    <a:p>
                      <a:r>
                        <a:rPr lang="en-US" sz="1400"/>
                        <a:t>The code is inadequate and we lose control of the magnetorquers </a:t>
                      </a:r>
                    </a:p>
                  </a:txBody>
                  <a:tcPr/>
                </a:tc>
                <a:tc>
                  <a:txBody>
                    <a:bodyPr/>
                    <a:lstStyle/>
                    <a:p>
                      <a:r>
                        <a:rPr lang="en-US" sz="1400"/>
                        <a:t>The code is sent through the ground station and replaces inaccurate code.</a:t>
                      </a:r>
                    </a:p>
                  </a:txBody>
                  <a:tcPr/>
                </a:tc>
                <a:tc>
                  <a:txBody>
                    <a:bodyPr/>
                    <a:lstStyle/>
                    <a:p>
                      <a:pPr lvl="0">
                        <a:buNone/>
                      </a:pPr>
                      <a:endParaRPr lang="en-US" sz="1400"/>
                    </a:p>
                  </a:txBody>
                  <a:tcPr/>
                </a:tc>
                <a:extLst>
                  <a:ext uri="{0D108BD9-81ED-4DB2-BD59-A6C34878D82A}">
                    <a16:rowId xmlns:a16="http://schemas.microsoft.com/office/drawing/2014/main" val="531625313"/>
                  </a:ext>
                </a:extLst>
              </a:tr>
            </a:tbl>
          </a:graphicData>
        </a:graphic>
      </p:graphicFrame>
    </p:spTree>
    <p:extLst>
      <p:ext uri="{BB962C8B-B14F-4D97-AF65-F5344CB8AC3E}">
        <p14:creationId xmlns:p14="http://schemas.microsoft.com/office/powerpoint/2010/main" val="1966279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ICRF Coordinates</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lnSpcReduction="10000"/>
          </a:bodyPr>
          <a:lstStyle/>
          <a:p>
            <a:pPr lvl="2"/>
            <a:r>
              <a:rPr lang="en-US">
                <a:cs typeface="Calibri"/>
              </a:rPr>
              <a:t>ICRF stands for International Celestial Reference Frame, and is mainly used for the navigation of the CubeSat because:</a:t>
            </a:r>
          </a:p>
          <a:p>
            <a:pPr lvl="3"/>
            <a:r>
              <a:rPr lang="en-US" b="1">
                <a:ea typeface="+mn-lt"/>
                <a:cs typeface="+mn-lt"/>
              </a:rPr>
              <a:t>Accurate Navigation and Tracking</a:t>
            </a:r>
            <a:r>
              <a:rPr lang="en-US">
                <a:ea typeface="+mn-lt"/>
                <a:cs typeface="+mn-lt"/>
              </a:rPr>
              <a:t>: ICRF is a high-precision, stable reference frame based on the positions of distant quasars, which are nearly fixed relative to Earth. Using this frame helps in accurately determining and predicting the spacecraft's position and orientation in space over time.</a:t>
            </a:r>
          </a:p>
          <a:p>
            <a:pPr lvl="3"/>
            <a:r>
              <a:rPr lang="en-US" b="1">
                <a:ea typeface="+mn-lt"/>
                <a:cs typeface="+mn-lt"/>
              </a:rPr>
              <a:t>Standardized Communication</a:t>
            </a:r>
            <a:r>
              <a:rPr lang="en-US">
                <a:ea typeface="+mn-lt"/>
                <a:cs typeface="+mn-lt"/>
              </a:rPr>
              <a:t>: ICRF is the standard reference system for astronomy and space science, allowing consistent communication and comparison of spacecraft position and orientation between different agencies and systems (like ground stations, tracking systems, etc.).</a:t>
            </a:r>
            <a:endParaRPr lang="en-US">
              <a:cs typeface="Calibri"/>
            </a:endParaRPr>
          </a:p>
          <a:p>
            <a:pPr lvl="3"/>
            <a:r>
              <a:rPr lang="en-US" b="1">
                <a:ea typeface="+mn-lt"/>
                <a:cs typeface="+mn-lt"/>
              </a:rPr>
              <a:t>Global Alignment</a:t>
            </a:r>
            <a:r>
              <a:rPr lang="en-US">
                <a:ea typeface="+mn-lt"/>
                <a:cs typeface="+mn-lt"/>
              </a:rPr>
              <a:t>: As CubeSats orbit Earth and interact with other spacecraft or celestial objects, it’s essential to have a frame that remains globally aligned. ICRF provides that global consistency because it is independent of Earth's rotation, which can vary slightly over time due to phenomena like polar motion.</a:t>
            </a:r>
            <a:endParaRPr lang="en-US"/>
          </a:p>
          <a:p>
            <a:pPr lvl="3"/>
            <a:r>
              <a:rPr lang="en-US">
                <a:solidFill>
                  <a:srgbClr val="000000"/>
                </a:solidFill>
                <a:cs typeface="Calibri"/>
              </a:rPr>
              <a:t>We are using ICRF because with a star tracker, we can </a:t>
            </a:r>
            <a:r>
              <a:rPr lang="en-US">
                <a:solidFill>
                  <a:srgbClr val="000000"/>
                </a:solidFill>
                <a:ea typeface="+mn-lt"/>
                <a:cs typeface="+mn-lt"/>
              </a:rPr>
              <a:t>use the ICRF to determine their attitude (orientation in space). Star trackers compare images of known stars to the ICRF catalog to accurately calculate the CubeSat’s orientation, which is critical for navigation, scientific observations, and communication alignment.</a:t>
            </a:r>
            <a:endParaRPr lang="en-US">
              <a:solidFill>
                <a:srgbClr val="000000"/>
              </a:solidFill>
              <a:cs typeface="Calibri"/>
            </a:endParaRPr>
          </a:p>
          <a:p>
            <a:pPr lvl="3"/>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2675542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cs typeface="Calibri"/>
              </a:rPr>
              <a:t>ICRF Coordinates</a:t>
            </a:r>
            <a:endParaRPr lang="en-US"/>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a:xfrm>
            <a:off x="838200" y="1825624"/>
            <a:ext cx="10515600" cy="4499903"/>
          </a:xfrm>
        </p:spPr>
        <p:txBody>
          <a:bodyPr vert="horz" lIns="91440" tIns="45720" rIns="91440" bIns="45720" rtlCol="0" anchor="t">
            <a:normAutofit/>
          </a:bodyPr>
          <a:lstStyle/>
          <a:p>
            <a:pPr lvl="2"/>
            <a:r>
              <a:rPr lang="en-US">
                <a:cs typeface="Calibri"/>
              </a:rPr>
              <a:t>We created a </a:t>
            </a:r>
            <a:r>
              <a:rPr lang="en-US" err="1">
                <a:cs typeface="Calibri"/>
              </a:rPr>
              <a:t>matlab</a:t>
            </a:r>
            <a:r>
              <a:rPr lang="en-US">
                <a:cs typeface="Calibri"/>
              </a:rPr>
              <a:t> code that calculates the ICRF coordinates from </a:t>
            </a:r>
            <a:r>
              <a:rPr lang="en-US" err="1">
                <a:cs typeface="Calibri"/>
              </a:rPr>
              <a:t>langitude</a:t>
            </a:r>
            <a:r>
              <a:rPr lang="en-US">
                <a:cs typeface="Calibri"/>
              </a:rPr>
              <a:t> and longitude coordinates.</a:t>
            </a:r>
          </a:p>
          <a:p>
            <a:pPr lvl="2"/>
            <a:r>
              <a:rPr lang="en-US">
                <a:cs typeface="Calibri"/>
              </a:rPr>
              <a:t>After getting numbers based off of Salt Lake City, Utah, I then checked my numbers using the NASA Spice toolkit used in MATLAB.</a:t>
            </a:r>
          </a:p>
          <a:p>
            <a:pPr lvl="2"/>
            <a:r>
              <a:rPr lang="en-US">
                <a:solidFill>
                  <a:srgbClr val="000000"/>
                </a:solidFill>
                <a:cs typeface="Calibri"/>
              </a:rPr>
              <a:t>After running there code, my code was only off by a couple of meters, which is a huge success in making sure that what the toolkit outputs was correct.</a:t>
            </a:r>
          </a:p>
          <a:p>
            <a:pPr lvl="2"/>
            <a:r>
              <a:rPr lang="en-US">
                <a:solidFill>
                  <a:srgbClr val="000000"/>
                </a:solidFill>
                <a:cs typeface="Calibri"/>
              </a:rPr>
              <a:t>I messed around with different dates and times to make sure and I was still getting similar values.</a:t>
            </a:r>
          </a:p>
          <a:p>
            <a:pPr lvl="3"/>
            <a:endParaRPr lang="en-US">
              <a:solidFill>
                <a:srgbClr val="002060"/>
              </a:solidFill>
              <a:cs typeface="Calibri"/>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406314"/>
          </a:xfrm>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988043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Preliminary Subsystem Analysis</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p:txBody>
          <a:bodyPr vert="horz" lIns="91440" tIns="45720" rIns="91440" bIns="45720" rtlCol="0" anchor="t">
            <a:normAutofit/>
          </a:bodyPr>
          <a:lstStyle/>
          <a:p>
            <a:pPr marL="0" indent="0">
              <a:buNone/>
            </a:pPr>
            <a:endParaRPr lang="en-US">
              <a:solidFill>
                <a:srgbClr val="002060"/>
              </a:solidFill>
              <a:ea typeface="Calibri"/>
              <a:cs typeface="Calibri"/>
            </a:endParaRPr>
          </a:p>
          <a:p>
            <a:pPr lvl="1"/>
            <a:r>
              <a:rPr lang="en-US">
                <a:solidFill>
                  <a:srgbClr val="002060"/>
                </a:solidFill>
              </a:rPr>
              <a:t>Structural and thermal analysis showing design margins</a:t>
            </a:r>
          </a:p>
          <a:p>
            <a:pPr lvl="1"/>
            <a:r>
              <a:rPr lang="en-US">
                <a:solidFill>
                  <a:srgbClr val="002060"/>
                </a:solidFill>
              </a:rPr>
              <a:t>Electronic circuit board analysis showing design margins</a:t>
            </a:r>
          </a:p>
          <a:p>
            <a:pPr lvl="1"/>
            <a:endParaRPr lang="en-US">
              <a:solidFill>
                <a:srgbClr val="002060"/>
              </a:solidFill>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4034373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pPr>
              <a:spcBef>
                <a:spcPts val="1000"/>
              </a:spcBef>
            </a:pPr>
            <a:r>
              <a:rPr lang="en-US" sz="3600">
                <a:solidFill>
                  <a:srgbClr val="002060"/>
                </a:solidFill>
                <a:latin typeface="Calibri"/>
                <a:ea typeface="Calibri"/>
                <a:cs typeface="Calibri"/>
              </a:rPr>
              <a:t>Schedule via a Gannt chart</a:t>
            </a:r>
            <a:endParaRPr lang="en-US" sz="3600">
              <a:solidFill>
                <a:srgbClr val="000000"/>
              </a:solidFill>
              <a:latin typeface="Calibri"/>
              <a:ea typeface="Calibri"/>
              <a:cs typeface="Calibri"/>
            </a:endParaRPr>
          </a:p>
          <a:p>
            <a:endParaRPr lang="en-US">
              <a:solidFill>
                <a:srgbClr val="002060"/>
              </a:solidFill>
              <a:ea typeface="Calibri Light"/>
              <a:cs typeface="Calibri Light"/>
            </a:endParaRPr>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p:txBody>
          <a:bodyPr vert="horz" lIns="91440" tIns="45720" rIns="91440" bIns="45720" rtlCol="0" anchor="t">
            <a:normAutofit/>
          </a:bodyPr>
          <a:lstStyle/>
          <a:p>
            <a:endParaRPr lang="en-US">
              <a:solidFill>
                <a:srgbClr val="002060"/>
              </a:solidFill>
            </a:endParaRPr>
          </a:p>
          <a:p>
            <a:pPr lvl="1"/>
            <a:r>
              <a:rPr lang="en-US">
                <a:solidFill>
                  <a:srgbClr val="002060"/>
                </a:solidFill>
              </a:rPr>
              <a:t>Key milestones, other significant subsystem events</a:t>
            </a:r>
          </a:p>
          <a:p>
            <a:pPr lvl="1"/>
            <a:r>
              <a:rPr lang="en-US">
                <a:solidFill>
                  <a:srgbClr val="002060"/>
                </a:solidFill>
              </a:rPr>
              <a:t>Hardware start/completion</a:t>
            </a:r>
          </a:p>
          <a:p>
            <a:pPr lvl="1"/>
            <a:r>
              <a:rPr lang="en-US">
                <a:solidFill>
                  <a:srgbClr val="002060"/>
                </a:solidFill>
              </a:rPr>
              <a:t>Software start/completion</a:t>
            </a:r>
          </a:p>
          <a:p>
            <a:pPr marL="457200" lvl="1" indent="0">
              <a:buNone/>
            </a:pPr>
            <a:endParaRPr lang="en-US">
              <a:solidFill>
                <a:srgbClr val="002060"/>
              </a:solidFill>
              <a:ea typeface="+mn-lt"/>
              <a:cs typeface="+mn-lt"/>
            </a:endParaRPr>
          </a:p>
          <a:p>
            <a:pPr lvl="1"/>
            <a:r>
              <a:rPr lang="en-US">
                <a:solidFill>
                  <a:srgbClr val="002060"/>
                </a:solidFill>
                <a:ea typeface="+mn-lt"/>
                <a:cs typeface="+mn-lt"/>
                <a:hlinkClick r:id="rId4">
                  <a:extLst>
                    <a:ext uri="{A12FA001-AC4F-418D-AE19-62706E023703}">
                      <ahyp:hlinkClr xmlns:ahyp="http://schemas.microsoft.com/office/drawing/2018/hyperlinkcolor" val="tx"/>
                    </a:ext>
                  </a:extLst>
                </a:hlinkClick>
              </a:rPr>
              <a:t>Gantt Chart.xlsx</a:t>
            </a:r>
            <a:endParaRPr lang="en-US">
              <a:solidFill>
                <a:srgbClr val="002060"/>
              </a:solidFill>
              <a:cs typeface="Calibri" panose="020F0502020204030204"/>
            </a:endParaRPr>
          </a:p>
          <a:p>
            <a:pPr lvl="1"/>
            <a:r>
              <a:rPr lang="en-US" sz="1400">
                <a:solidFill>
                  <a:srgbClr val="222222"/>
                </a:solidFill>
                <a:ea typeface="+mn-lt"/>
                <a:cs typeface="+mn-lt"/>
                <a:hlinkClick r:id="rId5"/>
              </a:rPr>
              <a:t>https://www.dropbox.com/scl/fi/5zhnrk99taoojvrz56e43/Gantt-Chart-Controls.xlsx?rlkey=wolo322l11mj7b0qrr6ced9mf&amp;st=vdhkres6&amp;dl=0</a:t>
            </a:r>
            <a:endParaRPr lang="en-US">
              <a:solidFill>
                <a:srgbClr val="002060"/>
              </a:solidFill>
              <a:ea typeface="Calibri"/>
              <a:cs typeface="Calibri" panose="020F0502020204030204"/>
            </a:endParaRPr>
          </a:p>
          <a:p>
            <a:pPr lvl="1"/>
            <a:endParaRPr lang="en-US" sz="1400">
              <a:solidFill>
                <a:srgbClr val="222222"/>
              </a:solidFill>
              <a:ea typeface="Calibri"/>
              <a:cs typeface="Calibri" panose="020F0502020204030204"/>
            </a:endParaRPr>
          </a:p>
          <a:p>
            <a:pPr lvl="1"/>
            <a:endParaRPr lang="en-US">
              <a:solidFill>
                <a:srgbClr val="002060"/>
              </a:solidFill>
              <a:cs typeface="Calibri" panose="020F0502020204030204"/>
            </a:endParaRPr>
          </a:p>
          <a:p>
            <a:pPr lvl="1"/>
            <a:endParaRPr lang="en-US">
              <a:solidFill>
                <a:srgbClr val="002060"/>
              </a:solidFill>
              <a:cs typeface="Calibri" panose="020F0502020204030204"/>
            </a:endParaRPr>
          </a:p>
          <a:p>
            <a:pPr lvl="1"/>
            <a:endParaRPr lang="en-US">
              <a:solidFill>
                <a:srgbClr val="002060"/>
              </a:solidFill>
              <a:ea typeface="Calibri"/>
              <a:cs typeface="Calibri" panose="020F0502020204030204"/>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65125"/>
          </a:xfrm>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1420741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Budget/Cost Estimate</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p:txBody>
          <a:bodyPr vert="horz" lIns="91440" tIns="45720" rIns="91440" bIns="45720" rtlCol="0" anchor="t">
            <a:normAutofit/>
          </a:bodyPr>
          <a:lstStyle/>
          <a:p>
            <a:r>
              <a:rPr lang="en-US">
                <a:solidFill>
                  <a:srgbClr val="002060"/>
                </a:solidFill>
                <a:ea typeface="Calibri"/>
                <a:cs typeface="Calibri"/>
              </a:rPr>
              <a:t>Budget: $1500</a:t>
            </a:r>
            <a:endParaRPr lang="en-US">
              <a:solidFill>
                <a:srgbClr val="002060"/>
              </a:solidFill>
            </a:endParaRPr>
          </a:p>
          <a:p>
            <a:pPr lvl="1"/>
            <a:r>
              <a:rPr lang="en-US">
                <a:solidFill>
                  <a:srgbClr val="002060"/>
                </a:solidFill>
              </a:rPr>
              <a:t>Prototype or engineering unit</a:t>
            </a:r>
          </a:p>
          <a:p>
            <a:pPr lvl="1"/>
            <a:r>
              <a:rPr lang="en-US">
                <a:solidFill>
                  <a:srgbClr val="002060"/>
                </a:solidFill>
              </a:rPr>
              <a:t>Flight unit</a:t>
            </a:r>
          </a:p>
          <a:p>
            <a:pPr lvl="1"/>
            <a:r>
              <a:rPr lang="en-US">
                <a:solidFill>
                  <a:srgbClr val="002060"/>
                </a:solidFill>
              </a:rPr>
              <a:t>Tooling</a:t>
            </a:r>
          </a:p>
          <a:p>
            <a:pPr lvl="1"/>
            <a:r>
              <a:rPr lang="en-US">
                <a:solidFill>
                  <a:srgbClr val="002060"/>
                </a:solidFill>
              </a:rPr>
              <a:t>Testing and test hardware</a:t>
            </a:r>
          </a:p>
          <a:p>
            <a:endParaRPr lang="en-US">
              <a:solidFill>
                <a:srgbClr val="002060"/>
              </a:solidFill>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96016"/>
          </a:xfrm>
        </p:spPr>
        <p:txBody>
          <a:bodyPr/>
          <a:lstStyle/>
          <a:p>
            <a:fld id="{330EA680-D336-4FF7-8B7A-9848BB0A1C32}" type="slidenum">
              <a:rPr lang="en-US" smtClean="0"/>
              <a:t>25</a:t>
            </a:fld>
            <a:endParaRPr lang="en-US"/>
          </a:p>
        </p:txBody>
      </p:sp>
    </p:spTree>
    <p:extLst>
      <p:ext uri="{BB962C8B-B14F-4D97-AF65-F5344CB8AC3E}">
        <p14:creationId xmlns:p14="http://schemas.microsoft.com/office/powerpoint/2010/main" val="2145951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F817-7874-5C02-CECC-4E106A454D5A}"/>
              </a:ext>
            </a:extLst>
          </p:cNvPr>
          <p:cNvSpPr>
            <a:spLocks noGrp="1"/>
          </p:cNvSpPr>
          <p:nvPr>
            <p:ph type="title"/>
          </p:nvPr>
        </p:nvSpPr>
        <p:spPr/>
        <p:txBody>
          <a:bodyPr>
            <a:normAutofit/>
          </a:bodyPr>
          <a:lstStyle/>
          <a:p>
            <a:r>
              <a:rPr lang="en-US" sz="3600">
                <a:solidFill>
                  <a:srgbClr val="002060"/>
                </a:solidFill>
                <a:latin typeface="Calibri"/>
                <a:ea typeface="Calibri"/>
                <a:cs typeface="Calibri"/>
              </a:rPr>
              <a:t>Software/Mechanical</a:t>
            </a:r>
            <a:endParaRPr lang="en-US" sz="3600"/>
          </a:p>
        </p:txBody>
      </p:sp>
      <p:sp>
        <p:nvSpPr>
          <p:cNvPr id="3" name="Subtitle 2">
            <a:extLst>
              <a:ext uri="{FF2B5EF4-FFF2-40B4-BE49-F238E27FC236}">
                <a16:creationId xmlns:a16="http://schemas.microsoft.com/office/drawing/2014/main" id="{BC644F39-0BE6-C82D-D117-F6B8F5128E25}"/>
              </a:ext>
            </a:extLst>
          </p:cNvPr>
          <p:cNvSpPr>
            <a:spLocks noGrp="1"/>
          </p:cNvSpPr>
          <p:nvPr>
            <p:ph idx="1"/>
          </p:nvPr>
        </p:nvSpPr>
        <p:spPr/>
        <p:txBody>
          <a:bodyPr vert="horz" lIns="91440" tIns="45720" rIns="91440" bIns="45720" rtlCol="0" anchor="t">
            <a:normAutofit/>
          </a:bodyPr>
          <a:lstStyle/>
          <a:p>
            <a:pPr lvl="1"/>
            <a:r>
              <a:rPr lang="en-US">
                <a:solidFill>
                  <a:srgbClr val="002060"/>
                </a:solidFill>
              </a:rPr>
              <a:t>Estimate of lines of code: 3000</a:t>
            </a:r>
            <a:endParaRPr lang="en-US"/>
          </a:p>
          <a:p>
            <a:pPr lvl="1"/>
            <a:r>
              <a:rPr lang="en-US">
                <a:solidFill>
                  <a:srgbClr val="002060"/>
                </a:solidFill>
                <a:ea typeface="Calibri"/>
                <a:cs typeface="Calibri"/>
              </a:rPr>
              <a:t>Mechanical: </a:t>
            </a:r>
            <a:endParaRPr lang="en-US">
              <a:solidFill>
                <a:srgbClr val="002060"/>
              </a:solidFill>
            </a:endParaRPr>
          </a:p>
          <a:p>
            <a:pPr lvl="1"/>
            <a:r>
              <a:rPr lang="en-US">
                <a:solidFill>
                  <a:srgbClr val="002060"/>
                </a:solidFill>
              </a:rPr>
              <a:t>Key software interfaces: Command (Sensors) Who am I talking to</a:t>
            </a:r>
            <a:endParaRPr lang="en-US">
              <a:solidFill>
                <a:srgbClr val="002060"/>
              </a:solidFill>
              <a:ea typeface="Calibri"/>
              <a:cs typeface="Calibri"/>
            </a:endParaRPr>
          </a:p>
          <a:p>
            <a:pPr lvl="1"/>
            <a:endParaRPr lang="en-US">
              <a:solidFill>
                <a:srgbClr val="002060"/>
              </a:solidFill>
            </a:endParaRPr>
          </a:p>
        </p:txBody>
      </p:sp>
      <p:sp>
        <p:nvSpPr>
          <p:cNvPr id="4" name="Slide Number Placeholder 3">
            <a:extLst>
              <a:ext uri="{FF2B5EF4-FFF2-40B4-BE49-F238E27FC236}">
                <a16:creationId xmlns:a16="http://schemas.microsoft.com/office/drawing/2014/main" id="{F5EE45BC-442F-5537-C66D-03218DAAC248}"/>
              </a:ext>
            </a:extLst>
          </p:cNvPr>
          <p:cNvSpPr>
            <a:spLocks noGrp="1"/>
          </p:cNvSpPr>
          <p:nvPr>
            <p:ph type="sldNum" sz="quarter" idx="12"/>
          </p:nvPr>
        </p:nvSpPr>
        <p:spPr>
          <a:xfrm>
            <a:off x="-208" y="6325528"/>
            <a:ext cx="380353" cy="375422"/>
          </a:xfrm>
        </p:spPr>
        <p:txBody>
          <a:bodyPr/>
          <a:lstStyle/>
          <a:p>
            <a:fld id="{330EA680-D336-4FF7-8B7A-9848BB0A1C32}" type="slidenum">
              <a:rPr lang="en-US" smtClean="0"/>
              <a:t>26</a:t>
            </a:fld>
            <a:endParaRPr lang="en-US"/>
          </a:p>
        </p:txBody>
      </p:sp>
    </p:spTree>
    <p:extLst>
      <p:ext uri="{BB962C8B-B14F-4D97-AF65-F5344CB8AC3E}">
        <p14:creationId xmlns:p14="http://schemas.microsoft.com/office/powerpoint/2010/main" val="14615883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5247A15C38DE40A573999B6070A975" ma:contentTypeVersion="11" ma:contentTypeDescription="Create a new document." ma:contentTypeScope="" ma:versionID="afb66a0050ffe63c0caaf523038e8bbd">
  <xsd:schema xmlns:xsd="http://www.w3.org/2001/XMLSchema" xmlns:xs="http://www.w3.org/2001/XMLSchema" xmlns:p="http://schemas.microsoft.com/office/2006/metadata/properties" xmlns:ns2="a5dae947-98e5-495e-bab1-cc2a6059ad3b" xmlns:ns3="101382ff-e895-4226-9b8b-208a50023ada" targetNamespace="http://schemas.microsoft.com/office/2006/metadata/properties" ma:root="true" ma:fieldsID="34e31e9107cc25fa3e8a352dd8873f5d" ns2:_="" ns3:_="">
    <xsd:import namespace="a5dae947-98e5-495e-bab1-cc2a6059ad3b"/>
    <xsd:import namespace="101382ff-e895-4226-9b8b-208a50023a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ae947-98e5-495e-bab1-cc2a6059ad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cab841-b377-4e82-87b7-c4480f26636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1382ff-e895-4226-9b8b-208a50023a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cad34b7-b5d1-438c-95c5-dcc7e7eb8d6f}" ma:internalName="TaxCatchAll" ma:showField="CatchAllData" ma:web="101382ff-e895-4226-9b8b-208a50023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01382ff-e895-4226-9b8b-208a50023ada" xsi:nil="true"/>
    <lcf76f155ced4ddcb4097134ff3c332f xmlns="a5dae947-98e5-495e-bab1-cc2a6059ad3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6E79863-C3E2-474B-AB15-0C465F330D70}"/>
</file>

<file path=customXml/itemProps2.xml><?xml version="1.0" encoding="utf-8"?>
<ds:datastoreItem xmlns:ds="http://schemas.openxmlformats.org/officeDocument/2006/customXml" ds:itemID="{68562C36-C030-480A-BEB9-4B3B61D0F27E}"/>
</file>

<file path=customXml/itemProps3.xml><?xml version="1.0" encoding="utf-8"?>
<ds:datastoreItem xmlns:ds="http://schemas.openxmlformats.org/officeDocument/2006/customXml" ds:itemID="{ED85DB57-126E-405A-8E51-247E4D2FA463}"/>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26</Slides>
  <Notes>26</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CubeSat -Control  Preliminary Design Review </vt:lpstr>
      <vt:lpstr>PDR Overview (1/2)</vt:lpstr>
      <vt:lpstr>PDR Overview (2/2)</vt:lpstr>
      <vt:lpstr>Attitude Control System (ACS) Description</vt:lpstr>
      <vt:lpstr>Ejection Timeline</vt:lpstr>
      <vt:lpstr>Orbit Timeline</vt:lpstr>
      <vt:lpstr>Design Criteria</vt:lpstr>
      <vt:lpstr>Actuators </vt:lpstr>
      <vt:lpstr>Reaction Wheel</vt:lpstr>
      <vt:lpstr>Preliminary Subsystem Design – Reaction Wheel</vt:lpstr>
      <vt:lpstr>Magnetorquers</vt:lpstr>
      <vt:lpstr>Preliminary Subsystem Design - Magnetorquers</vt:lpstr>
      <vt:lpstr>Sensors</vt:lpstr>
      <vt:lpstr>Preliminary Subsystem Design - Sensors</vt:lpstr>
      <vt:lpstr>Control System </vt:lpstr>
      <vt:lpstr>Control Diagram</vt:lpstr>
      <vt:lpstr>Board Layout</vt:lpstr>
      <vt:lpstr>Control Weight</vt:lpstr>
      <vt:lpstr>Power Consumption</vt:lpstr>
      <vt:lpstr>Risk Mitigation</vt:lpstr>
      <vt:lpstr>ICRF Coordinates</vt:lpstr>
      <vt:lpstr>ICRF Coordinates</vt:lpstr>
      <vt:lpstr>Preliminary Subsystem Analysis</vt:lpstr>
      <vt:lpstr>Schedule via a Gannt chart </vt:lpstr>
      <vt:lpstr>Budget/Cost Estimate</vt:lpstr>
      <vt:lpstr>Software/Mechanical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Monty Kennedy</dc:creator>
  <cp:revision>148</cp:revision>
  <dcterms:created xsi:type="dcterms:W3CDTF">2022-06-02T20:00:19Z</dcterms:created>
  <dcterms:modified xsi:type="dcterms:W3CDTF">2024-10-23T20:49:32Z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0x010100215247A15C38DE40A573999B6070A975</vt:lpwstr>
  </property>
</Properties>
</file>